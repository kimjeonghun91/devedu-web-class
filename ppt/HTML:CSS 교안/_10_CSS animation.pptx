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14"/>
  </p:notesMasterIdLst>
  <p:sldIdLst>
    <p:sldId id="266" r:id="rId2"/>
    <p:sldId id="261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CFD1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82042"/>
  </p:normalViewPr>
  <p:slideViewPr>
    <p:cSldViewPr snapToGrid="0" snapToObjects="1">
      <p:cViewPr varScale="1">
        <p:scale>
          <a:sx n="100" d="100"/>
          <a:sy n="100" d="100"/>
        </p:scale>
        <p:origin x="1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3/8/21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44360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 lang="ko"&gt;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&lt;title&gt;CSS&lt;/title&gt;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font-family: Consolas, monospace;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box-sizing: border-box;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50px;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50px;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10px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orange;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transition-duration: 4s;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~ :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여부에 따라 뒤쪽에 있는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추가 한다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input:checked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 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150px;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150px;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border-radius: 20px;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red;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.jb1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transition-property: all;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.jb2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transition-property: width;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.jb3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transition-property: background-color;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type="checkbox"&gt;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&lt;p&gt;transition-property: all&lt;/p&gt;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jb1"&gt;&lt;/div&gt;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&lt;p&gt;transition-property: width&lt;/p&gt;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jb2"&gt;&lt;/div&gt;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&lt;p&gt;transition-property: background-color&lt;/p&gt;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jb3"&gt;&lt;/div&gt;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4127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81784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 lang="ko"&gt;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&lt;title&gt;CSS&lt;/title&gt;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box-sizing: border-box;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16px;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16px;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10px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orange;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transition-property: all;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transition-duration: 4s;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input:checked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 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100%;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.jb1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ease;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.jb2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linear;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.jb3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ease-in;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.jb4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ease-out;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.jb5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ease-in-out;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.jb6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step-start;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.jb7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step-end;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type="checkbox"&gt;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&lt;p&gt;ease&lt;/p&gt;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jb1"&gt;&lt;/div&gt;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&lt;p&gt;linear&lt;/p&gt;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jb2"&gt;&lt;/div&gt;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&lt;p&gt;ease-in&lt;/p&gt;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jb3"&gt;&lt;/div&gt;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&lt;p&gt;ease-out&lt;/p&gt;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jb4"&gt;&lt;/div&gt;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&lt;p&gt;ease-in-out&lt;/p&gt;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jb5"&gt;&lt;/div&gt;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&lt;p&gt;step-start&lt;/p&gt;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jb6"&gt;&lt;/div&gt;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&lt;p&gt;step-end&lt;/p&gt;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jb7"&gt;&lt;/div&gt;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66939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 lang="ko"&gt;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&lt;title&gt;CSS&lt;/title&gt;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box-sizing: border-box;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16px;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16px;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10px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orange;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transition-property: all;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transition-duration: 4s;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input:checked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 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100%;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.jb1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ease;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.jb2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linear;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.jb3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ease-in;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.jb4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ease-out;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.jb5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ease-in-out;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.jb6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step-start;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.jb7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transition-timing-function: step-end;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type="checkbox"&gt;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&lt;p&gt;ease&lt;/p&gt;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jb1"&gt;&lt;/div&gt;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&lt;p&gt;linear&lt;/p&gt;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jb2"&gt;&lt;/div&gt;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&lt;p&gt;ease-in&lt;/p&gt;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jb3"&gt;&lt;/div&gt;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&lt;p&gt;ease-out&lt;/p&gt;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jb4"&gt;&lt;/div&gt;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&lt;p&gt;ease-in-out&lt;/p&gt;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jb5"&gt;&lt;/div&gt;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&lt;p&gt;step-start&lt;/p&gt;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jb6"&gt;&lt;/div&gt;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&lt;p&gt;step-end&lt;/p&gt;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jb7"&gt;&lt;/div&gt;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53244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 lang="ko"&gt;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&lt;title&gt;CSS&lt;/title&gt;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box-sizing: border-box;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64px;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64px;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10px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orange;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input:checked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 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100%;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.jb1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transition-duration: 1s;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.jb2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transition-duration: 400ms;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type="checkbox"&gt;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&lt;p&gt;transition-duration: 1s;&lt;/p&gt;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jb1"&gt;&lt;/div&gt;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&lt;p&gt;transition-duration: 400ms;&lt;/p&gt;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jb2"&gt;&lt;/div&gt;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09278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5362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 lang="ko"&gt;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&lt;title&gt;CSS&lt;/title&gt;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font-family: Consolas, monospace;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box-sizing: border-box;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64px;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64px;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10px 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orange;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transition-duration: 1s;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input:checked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 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100%;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.jb1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transition-delay: 0.5s;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.jb2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transition-delay: 1s;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type="checkbox"&gt;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&lt;p&gt;transition-delay: 0.5s;&lt;/p&gt;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jb1"&gt;&lt;/div&gt;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&lt;p&gt;transition-delay: 1s;&lt;/p&gt;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jb2"&gt;&lt;/div&gt;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8660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name="viewport" content="width=device-width,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inital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-scale=1.0"&gt;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CSS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초기화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0;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0;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box-sizing: border-box;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list-style: none;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display: flex;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CSS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초기화 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 */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zoomImgWrap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200px;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200px;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overflow: hidden;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zoomImg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 transform .3s;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200px;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height: 200px;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zoomImg:hover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transform: scale(1.2);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style="width: 100%;"&gt;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class="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zoomImgWrap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class='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zoomImg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search.pstatic.net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/common/?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=http%3A%2F%2Fblogfiles.naver.net%2FMjAyMTAxMTVfMjc5%2FMDAxNjEwNjk1NjgyNzIz.1BhFBukW0ZHGcxIaF1RCD57b2sjAYuUsupS9VgwFOGwg.5zQoTYrKx8nvAjXPefidVy4H1FliORIDpbp7PfqMm5Ig.JPEG.9736945%2F20210113%25A3%25DF211259.jpg"&gt;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249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9008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9A614E4-5B9B-6740-9E52-7F078C34E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11" y="382523"/>
            <a:ext cx="11598384" cy="4898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10. 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CSS 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애니메이션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82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dirty="0"/>
              <a:t>CSS</a:t>
            </a:r>
            <a:r>
              <a:rPr lang="ko-KR" altLang="en-US" dirty="0"/>
              <a:t> 애니메이션</a:t>
            </a:r>
            <a:endParaRPr lang="ko-Kore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0D44B4-624A-144C-9C21-7AE6CEFBDD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3344052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dirty="0">
                <a:solidFill>
                  <a:schemeClr val="bg1"/>
                </a:solidFill>
              </a:rPr>
              <a:t>속성을 서서히 변화시키는 속성</a:t>
            </a:r>
            <a:endParaRPr kumimoji="1" lang="ko-KR" altLang="en-US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D57CF4A3-A0CF-A349-9947-F1482D888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04" y="1428750"/>
            <a:ext cx="92837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5857176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en" altLang="ko-KR" dirty="0">
                <a:solidFill>
                  <a:schemeClr val="bg1"/>
                </a:solidFill>
              </a:rPr>
              <a:t>transition-property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en" altLang="ko-KR" dirty="0">
                <a:solidFill>
                  <a:schemeClr val="bg1"/>
                </a:solidFill>
              </a:rPr>
              <a:t>transition</a:t>
            </a:r>
            <a:r>
              <a:rPr lang="ko-KR" altLang="en-US" dirty="0">
                <a:solidFill>
                  <a:schemeClr val="bg1"/>
                </a:solidFill>
              </a:rPr>
              <a:t>이 적용될 속성을 정합니다</a:t>
            </a:r>
            <a:endParaRPr kumimoji="1" lang="ko-KR" altLang="en-US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CFD75670-E003-5C47-9A6E-4DB4646F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323" y="1426545"/>
            <a:ext cx="92837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62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5857176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en" altLang="ko-KR" dirty="0">
                <a:solidFill>
                  <a:schemeClr val="bg1"/>
                </a:solidFill>
              </a:rPr>
              <a:t>transition-property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en" altLang="ko-KR" dirty="0">
                <a:solidFill>
                  <a:schemeClr val="bg1"/>
                </a:solidFill>
              </a:rPr>
              <a:t>transition</a:t>
            </a:r>
            <a:r>
              <a:rPr lang="ko-KR" altLang="en-US" dirty="0">
                <a:solidFill>
                  <a:schemeClr val="bg1"/>
                </a:solidFill>
              </a:rPr>
              <a:t>이 적용될 속성을 정합니다</a:t>
            </a:r>
            <a:endParaRPr kumimoji="1" lang="ko-KR" altLang="en-US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CD51ECEC-7529-C44F-A64C-B6B7F580E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025" y="255187"/>
            <a:ext cx="4515192" cy="6109961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1E2A7E87-43CA-8149-99D6-0E545E007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323" y="2127250"/>
            <a:ext cx="53848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4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7519554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en" altLang="ko-KR" dirty="0">
                <a:solidFill>
                  <a:schemeClr val="bg1"/>
                </a:solidFill>
              </a:rPr>
              <a:t>transition-timing-function</a:t>
            </a:r>
            <a:r>
              <a:rPr lang="ko-KR" altLang="en-US" dirty="0" err="1">
                <a:solidFill>
                  <a:schemeClr val="bg1"/>
                </a:solidFill>
              </a:rPr>
              <a:t>으로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" altLang="ko-KR" dirty="0">
                <a:solidFill>
                  <a:schemeClr val="bg1"/>
                </a:solidFill>
              </a:rPr>
              <a:t>transition</a:t>
            </a:r>
            <a:r>
              <a:rPr lang="ko-KR" altLang="en-US" dirty="0">
                <a:solidFill>
                  <a:schemeClr val="bg1"/>
                </a:solidFill>
              </a:rPr>
              <a:t>의 진행 속도를 조절할 수 있습니다</a:t>
            </a:r>
            <a:endParaRPr kumimoji="1" lang="ko-KR" altLang="en-US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C3C7E45B-31C9-8243-9035-80D10BE91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146" y="1245295"/>
            <a:ext cx="7715754" cy="531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72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7519554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en" altLang="ko-KR" dirty="0">
                <a:solidFill>
                  <a:schemeClr val="bg1"/>
                </a:solidFill>
              </a:rPr>
              <a:t>transition-timing-function</a:t>
            </a:r>
            <a:r>
              <a:rPr lang="ko-KR" altLang="en-US" dirty="0" err="1">
                <a:solidFill>
                  <a:schemeClr val="bg1"/>
                </a:solidFill>
              </a:rPr>
              <a:t>으로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" altLang="ko-KR" dirty="0">
                <a:solidFill>
                  <a:schemeClr val="bg1"/>
                </a:solidFill>
              </a:rPr>
              <a:t>transition</a:t>
            </a:r>
            <a:r>
              <a:rPr lang="ko-KR" altLang="en-US" dirty="0">
                <a:solidFill>
                  <a:schemeClr val="bg1"/>
                </a:solidFill>
              </a:rPr>
              <a:t>의 진행 속도를 조절할 수 있습니다</a:t>
            </a:r>
            <a:endParaRPr kumimoji="1" lang="ko-KR" altLang="en-US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9A71E8C4-D399-C84B-AD45-A713C1BAA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991482"/>
            <a:ext cx="3475583" cy="3990484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B7B3FE6C-3A64-7248-8AD3-8BD052D1E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733" y="1850659"/>
            <a:ext cx="4088384" cy="4131307"/>
          </a:xfrm>
          <a:prstGeom prst="rect">
            <a:avLst/>
          </a:prstGeom>
        </p:spPr>
      </p:pic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ED3221BB-2502-5B48-A550-FB9334A8D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887" y="1940682"/>
            <a:ext cx="4262163" cy="37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15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7157275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r>
              <a:rPr lang="en" altLang="ko-KR" dirty="0">
                <a:solidFill>
                  <a:schemeClr val="bg1"/>
                </a:solidFill>
              </a:rPr>
              <a:t>transition-duration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en" altLang="ko-KR" dirty="0">
                <a:solidFill>
                  <a:schemeClr val="bg1"/>
                </a:solidFill>
              </a:rPr>
              <a:t>transition</a:t>
            </a:r>
            <a:r>
              <a:rPr lang="ko-KR" altLang="en-US" dirty="0">
                <a:solidFill>
                  <a:schemeClr val="bg1"/>
                </a:solidFill>
              </a:rPr>
              <a:t>이 끝날 때까지 걸리는 시간을 정합니다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725B937-8F28-5E4B-9D70-41B7938AA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460500"/>
            <a:ext cx="97155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42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7157275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r>
              <a:rPr lang="en" altLang="ko-KR" dirty="0">
                <a:solidFill>
                  <a:schemeClr val="bg1"/>
                </a:solidFill>
              </a:rPr>
              <a:t>transition-duration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en" altLang="ko-KR" dirty="0">
                <a:solidFill>
                  <a:schemeClr val="bg1"/>
                </a:solidFill>
              </a:rPr>
              <a:t>transition</a:t>
            </a:r>
            <a:r>
              <a:rPr lang="ko-KR" altLang="en-US" dirty="0">
                <a:solidFill>
                  <a:schemeClr val="bg1"/>
                </a:solidFill>
              </a:rPr>
              <a:t>이 끝날 때까지 걸리는 시간을 정합니다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4126B3E2-828E-6743-85C6-D350DF86A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04" y="2495550"/>
            <a:ext cx="4152900" cy="1866900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E877F41D-080B-444F-BA88-DC967C4A1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1403350"/>
            <a:ext cx="35433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61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6799164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r>
              <a:rPr lang="en" altLang="ko-KR" dirty="0">
                <a:solidFill>
                  <a:schemeClr val="bg1"/>
                </a:solidFill>
              </a:rPr>
              <a:t>transition-delay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en" altLang="ko-KR" dirty="0">
                <a:solidFill>
                  <a:schemeClr val="bg1"/>
                </a:solidFill>
              </a:rPr>
              <a:t>transition</a:t>
            </a:r>
            <a:r>
              <a:rPr lang="ko-KR" altLang="en-US" dirty="0">
                <a:solidFill>
                  <a:schemeClr val="bg1"/>
                </a:solidFill>
              </a:rPr>
              <a:t>이 시작하는 시간을 연기할 수 있습니다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227641E-381C-C547-9270-4B09E7AC8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23" y="1625600"/>
            <a:ext cx="94869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00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6799164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r>
              <a:rPr lang="en" altLang="ko-KR" dirty="0">
                <a:solidFill>
                  <a:schemeClr val="bg1"/>
                </a:solidFill>
              </a:rPr>
              <a:t>transition-delay</a:t>
            </a:r>
            <a:r>
              <a:rPr lang="ko-KR" altLang="en-US" dirty="0">
                <a:solidFill>
                  <a:schemeClr val="bg1"/>
                </a:solidFill>
              </a:rPr>
              <a:t>로 </a:t>
            </a:r>
            <a:r>
              <a:rPr lang="en" altLang="ko-KR" dirty="0">
                <a:solidFill>
                  <a:schemeClr val="bg1"/>
                </a:solidFill>
              </a:rPr>
              <a:t>transition</a:t>
            </a:r>
            <a:r>
              <a:rPr lang="ko-KR" altLang="en-US" dirty="0">
                <a:solidFill>
                  <a:schemeClr val="bg1"/>
                </a:solidFill>
              </a:rPr>
              <a:t>이 시작하는 시간을 연기할 수 있습니다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C2D7DD43-52D0-CF44-B496-EA34E08C9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102" y="1286845"/>
            <a:ext cx="3817098" cy="5078303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765BA9A4-C64F-564C-B2C8-D5F4617B7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2628900"/>
            <a:ext cx="3683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95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448A4B-CBB1-8D42-8D29-86D5F280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8A1EA-39C5-024F-BF30-CF315D35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2BC38-3C5C-D240-B1F6-D84C244636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+mj-ea"/>
                <a:ea typeface="+mj-ea"/>
              </a:rPr>
              <a:t>Transition</a:t>
            </a:r>
            <a:endParaRPr kumimoji="1"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B286C-4813-124A-9C25-0C1366DF6546}"/>
              </a:ext>
            </a:extLst>
          </p:cNvPr>
          <p:cNvSpPr txBox="1"/>
          <p:nvPr/>
        </p:nvSpPr>
        <p:spPr>
          <a:xfrm>
            <a:off x="1170323" y="876034"/>
            <a:ext cx="646197" cy="369261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활용</a:t>
            </a: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E664598-9A79-4C49-841E-ABB931D21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792" y="292100"/>
            <a:ext cx="2934708" cy="6156358"/>
          </a:xfrm>
          <a:prstGeom prst="rect">
            <a:avLst/>
          </a:prstGeom>
        </p:spPr>
      </p:pic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CEF3667B-921A-9E46-84C7-0CE243549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04" y="2362200"/>
            <a:ext cx="44450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73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622</TotalTime>
  <Words>1364</Words>
  <Application>Microsoft Macintosh PowerPoint</Application>
  <PresentationFormat>와이드스크린</PresentationFormat>
  <Paragraphs>330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229</cp:revision>
  <dcterms:created xsi:type="dcterms:W3CDTF">2020-12-17T02:01:33Z</dcterms:created>
  <dcterms:modified xsi:type="dcterms:W3CDTF">2021-03-08T07:33:52Z</dcterms:modified>
</cp:coreProperties>
</file>