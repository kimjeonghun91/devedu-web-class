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2"/>
  </p:notesMasterIdLst>
  <p:sldIdLst>
    <p:sldId id="266" r:id="rId2"/>
    <p:sldId id="261" r:id="rId3"/>
    <p:sldId id="262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CFD1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59"/>
    <p:restoredTop sz="82007"/>
  </p:normalViewPr>
  <p:slideViewPr>
    <p:cSldViewPr snapToGrid="0" snapToObjects="1">
      <p:cViewPr varScale="1">
        <p:scale>
          <a:sx n="127" d="100"/>
          <a:sy n="127" d="100"/>
        </p:scale>
        <p:origin x="2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49:09.17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0,'31'3,"-3"0,-21-3,10 0,-7 0,63 0,-42 0,50 0,3 0,-43 0,39 0,-4 0,-53 0,70 0,-76 0,41 0,-48 0,29 0,-27 0,32 0,-30 0,34 0,-37 0,38 0,-36 0,37 0,-37 0,43 0,-40 0,43 0,-45 0,27 0,-33 0,21 5,-21-4,28 4,-25-5,35 0,-36 0,19 0,-23 0,12 3,-10-3,21 3,-20-3,29 5,-27-4,32 4,-33-5,36 0,-34 0,36 0,-37 0,22 3,-25-2,15 1,-12-2,30 0,-26 0,41 0,-44 0,34 0,-37 0,20 0,-22 0,22 0,-20 0,34 0,-29 0,35 0,-35 0,34 0,-36 0,39 0,-40 0,22 0,-26 0,19 0,-14 0,37 0,-34 0,36 0,-41 0,26 0,-27 0,27 0,-26 0,23 0,-24 0,19 0,-19 0,34 3,-28 0,24 0,-29-1,3-2,-5 0,6 0,-4-2,3 1,3-1,-8 2,16 0,-19 0,5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49:11.7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 52,'-22'12,"6"-4,59-12,-18 3,43-12,12 11,20 3,-11-1,-25-3,7 0,3 2,21 1,11 0,0 0,-11 1,-21-1,-7 0,-3 0,16 0,17-1,-7 0,-32 1,-35-1,29-4,-44 4,16-1,-17 2,13 0,-11 0,24 0,-23 0,13 0,-17 0,0 0,12 0,-4 0,8 0,20 0,-24 0,31 0,-38 0,18 0,-21 0,28 0,-26 0,34 0,-34 0,28 0,-28 0,28 0,-25 0,34 0,-31 0,48 0,-44 0,49 0,-54 0,46 0,-48 0,50 0,-47 0,48 0,-48 0,32 0,-36 0,37-6,-34 5,49-7,-51 8,43-8,-45 7,20-7,-27 7,4-1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2021. 1. 13.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ore-KR" dirty="0"/>
              <a:t>&lt;head&gt;</a:t>
            </a:r>
          </a:p>
          <a:p>
            <a:r>
              <a:rPr kumimoji="1" lang="en" altLang="ko-Kore-KR" dirty="0"/>
              <a:t>&lt;style&gt;</a:t>
            </a:r>
          </a:p>
          <a:p>
            <a:r>
              <a:rPr kumimoji="1" lang="en" altLang="ko-Kore-KR" dirty="0"/>
              <a:t>p {</a:t>
            </a:r>
          </a:p>
          <a:p>
            <a:r>
              <a:rPr kumimoji="1" lang="en" altLang="ko-Kore-KR" dirty="0"/>
              <a:t>	margin : 50px;</a:t>
            </a:r>
          </a:p>
          <a:p>
            <a:r>
              <a:rPr kumimoji="1" lang="en" altLang="ko-Kore-KR" dirty="0"/>
              <a:t>	border: solid 10px green;	</a:t>
            </a:r>
          </a:p>
          <a:p>
            <a:r>
              <a:rPr kumimoji="1" lang="en" altLang="ko-Kore-KR" dirty="0"/>
              <a:t>	padding: 30px;</a:t>
            </a:r>
          </a:p>
          <a:p>
            <a:r>
              <a:rPr kumimoji="1" lang="en" altLang="ko-Kore-KR" dirty="0"/>
              <a:t>}</a:t>
            </a:r>
          </a:p>
          <a:p>
            <a:r>
              <a:rPr kumimoji="1" lang="en" altLang="ko-Kore-KR" dirty="0"/>
              <a:t>&lt;/style&gt;</a:t>
            </a:r>
          </a:p>
          <a:p>
            <a:r>
              <a:rPr kumimoji="1" lang="en" altLang="ko-Kore-KR" dirty="0"/>
              <a:t>&lt;/head&gt;</a:t>
            </a:r>
          </a:p>
          <a:p>
            <a:r>
              <a:rPr kumimoji="1" lang="en" altLang="ko-Kore-KR" dirty="0"/>
              <a:t>&lt;body&gt;</a:t>
            </a:r>
          </a:p>
          <a:p>
            <a:r>
              <a:rPr kumimoji="1" lang="en" altLang="ko-Kore-KR" dirty="0"/>
              <a:t>	&lt;p&gt;</a:t>
            </a:r>
            <a:r>
              <a:rPr kumimoji="1" lang="ko-KR" altLang="en-US" dirty="0"/>
              <a:t>웹 페이지에 있는 모든 </a:t>
            </a:r>
            <a:r>
              <a:rPr kumimoji="1" lang="en" altLang="ko-Kore-KR" dirty="0"/>
              <a:t>HTML </a:t>
            </a:r>
            <a:r>
              <a:rPr kumimoji="1" lang="ko-KR" altLang="en-US" dirty="0"/>
              <a:t>요소는 사각형 형태를 가지는 박스로 생각할 수 있다</a:t>
            </a:r>
            <a:r>
              <a:rPr kumimoji="1" lang="en-US" altLang="ko-KR" dirty="0"/>
              <a:t>. &lt;/</a:t>
            </a:r>
            <a:r>
              <a:rPr kumimoji="1" lang="en" altLang="ko-Kore-KR" dirty="0"/>
              <a:t>p&gt;</a:t>
            </a:r>
          </a:p>
          <a:p>
            <a:r>
              <a:rPr kumimoji="1" lang="en" altLang="ko-Kore-KR" dirty="0"/>
              <a:t>&lt;/body&gt;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189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ore-KR" dirty="0"/>
              <a:t>&lt;html&gt;</a:t>
            </a:r>
          </a:p>
          <a:p>
            <a:r>
              <a:rPr kumimoji="1" lang="en" altLang="ko-Kore-KR" dirty="0"/>
              <a:t>&lt;head&gt;</a:t>
            </a:r>
          </a:p>
          <a:p>
            <a:r>
              <a:rPr kumimoji="1" lang="en" altLang="ko-Kore-KR" dirty="0"/>
              <a:t>&lt;style&gt;</a:t>
            </a:r>
          </a:p>
          <a:p>
            <a:r>
              <a:rPr kumimoji="1" lang="en" altLang="ko-Kore-KR" dirty="0"/>
              <a:t>h3 { width: 130px; }</a:t>
            </a:r>
          </a:p>
          <a:p>
            <a:r>
              <a:rPr kumimoji="1" lang="en" altLang="ko-Kore-KR" dirty="0"/>
              <a:t>&lt;/style&gt;</a:t>
            </a:r>
          </a:p>
          <a:p>
            <a:r>
              <a:rPr kumimoji="1" lang="en" altLang="ko-Kore-KR" dirty="0"/>
              <a:t>&lt;/head&gt;</a:t>
            </a:r>
          </a:p>
          <a:p>
            <a:r>
              <a:rPr kumimoji="1" lang="en" altLang="ko-Kore-KR" dirty="0"/>
              <a:t>&lt;body&gt;</a:t>
            </a:r>
          </a:p>
          <a:p>
            <a:r>
              <a:rPr kumimoji="1" lang="en" altLang="ko-Kore-KR" dirty="0"/>
              <a:t>	&lt;h3 style="border: dotted 1px black;"&gt;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&lt;h3 style="border: dashed 1px black;"&gt;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&lt;h3 style="border: double 3px black;"&gt;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endParaRPr kumimoji="1" lang="en" altLang="ko-Kore-KR" dirty="0"/>
          </a:p>
          <a:p>
            <a:r>
              <a:rPr kumimoji="1" lang="en" altLang="ko-Kore-KR" dirty="0"/>
              <a:t>	&lt;h3 style="border-top: solid 1px </a:t>
            </a:r>
            <a:r>
              <a:rPr kumimoji="1" lang="en" altLang="ko-Kore-KR" dirty="0" err="1"/>
              <a:t>skyblue</a:t>
            </a:r>
            <a:r>
              <a:rPr kumimoji="1" lang="en" altLang="ko-Kore-KR" dirty="0"/>
              <a:t>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&lt;h3 style="border-bottom: solid 1px </a:t>
            </a:r>
            <a:r>
              <a:rPr kumimoji="1" lang="en" altLang="ko-Kore-KR" dirty="0" err="1"/>
              <a:t>skyblue</a:t>
            </a:r>
            <a:r>
              <a:rPr kumimoji="1" lang="en" altLang="ko-Kore-KR" dirty="0"/>
              <a:t>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&lt;h3 style="border-left: solid 5px orange;"&gt;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&lt;h3 style="border-right: solid 5px orange;"&gt;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&lt;/body&gt;</a:t>
            </a:r>
          </a:p>
          <a:p>
            <a:r>
              <a:rPr kumimoji="1" lang="en" altLang="ko-Kore-KR" dirty="0"/>
              <a:t>&lt;/html&gt;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8774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ore-KR" dirty="0"/>
              <a:t>&lt;style&gt;</a:t>
            </a:r>
          </a:p>
          <a:p>
            <a:r>
              <a:rPr kumimoji="1" lang="en" altLang="ko-Kore-KR" dirty="0"/>
              <a:t>* {	margin: 0; }</a:t>
            </a:r>
          </a:p>
          <a:p>
            <a:r>
              <a:rPr kumimoji="1" lang="en" altLang="ko-Kore-KR" dirty="0"/>
              <a:t>h3 { </a:t>
            </a:r>
          </a:p>
          <a:p>
            <a:r>
              <a:rPr kumimoji="1" lang="en" altLang="ko-Kore-KR" dirty="0"/>
              <a:t>	margin: 50px 40px 30px 40px;</a:t>
            </a:r>
          </a:p>
          <a:p>
            <a:r>
              <a:rPr kumimoji="1" lang="en" altLang="ko-Kore-KR" dirty="0"/>
              <a:t>	border: solid 1px green;</a:t>
            </a:r>
          </a:p>
          <a:p>
            <a:r>
              <a:rPr kumimoji="1" lang="en" altLang="ko-Kore-KR" dirty="0"/>
              <a:t>}</a:t>
            </a:r>
          </a:p>
          <a:p>
            <a:r>
              <a:rPr kumimoji="1" lang="en" altLang="ko-Kore-KR" dirty="0"/>
              <a:t>p {</a:t>
            </a:r>
          </a:p>
          <a:p>
            <a:r>
              <a:rPr kumimoji="1" lang="en" altLang="ko-Kore-KR" dirty="0"/>
              <a:t>	/* margin: 50px 40px; */</a:t>
            </a:r>
          </a:p>
          <a:p>
            <a:r>
              <a:rPr kumimoji="1" lang="en" altLang="ko-Kore-KR" dirty="0"/>
              <a:t>	margin-top: 50px;</a:t>
            </a:r>
          </a:p>
          <a:p>
            <a:r>
              <a:rPr kumimoji="1" lang="en" altLang="ko-Kore-KR" dirty="0"/>
              <a:t>	margin-bottom: 50px;</a:t>
            </a:r>
          </a:p>
          <a:p>
            <a:r>
              <a:rPr kumimoji="1" lang="en" altLang="ko-Kore-KR" dirty="0"/>
              <a:t>	margin-left: 40px;</a:t>
            </a:r>
          </a:p>
          <a:p>
            <a:r>
              <a:rPr kumimoji="1" lang="en" altLang="ko-Kore-KR" dirty="0"/>
              <a:t>	margin-right: 40px;</a:t>
            </a:r>
          </a:p>
          <a:p>
            <a:r>
              <a:rPr kumimoji="1" lang="en" altLang="ko-Kore-KR" dirty="0"/>
              <a:t>	border: solid 1px green;</a:t>
            </a:r>
          </a:p>
          <a:p>
            <a:r>
              <a:rPr kumimoji="1" lang="en" altLang="ko-Kore-KR" dirty="0"/>
              <a:t>}</a:t>
            </a:r>
          </a:p>
          <a:p>
            <a:r>
              <a:rPr kumimoji="1" lang="en" altLang="ko-Kore-KR" dirty="0"/>
              <a:t>&lt;/style&gt;</a:t>
            </a:r>
          </a:p>
          <a:p>
            <a:r>
              <a:rPr kumimoji="1" lang="en" altLang="ko-Kore-KR" dirty="0"/>
              <a:t>&lt;body&gt;</a:t>
            </a:r>
          </a:p>
          <a:p>
            <a:r>
              <a:rPr kumimoji="1" lang="en" altLang="ko-Kore-KR" dirty="0"/>
              <a:t>	&lt;h3&gt;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&lt;p&gt;</a:t>
            </a:r>
            <a:r>
              <a:rPr kumimoji="1" lang="ko-KR" altLang="en-US" dirty="0"/>
              <a:t>웹 페이지에 있는 모든 </a:t>
            </a:r>
            <a:r>
              <a:rPr kumimoji="1" lang="en" altLang="ko-Kore-KR" dirty="0"/>
              <a:t>HTML </a:t>
            </a:r>
            <a:r>
              <a:rPr kumimoji="1" lang="ko-KR" altLang="en-US" dirty="0"/>
              <a:t>요소는 사각형 형태를 가지는 박스로 생각할 수 있다</a:t>
            </a:r>
            <a:r>
              <a:rPr kumimoji="1" lang="en-US" altLang="ko-KR" dirty="0"/>
              <a:t>. </a:t>
            </a:r>
            <a:r>
              <a:rPr kumimoji="1" lang="en" altLang="ko-Kore-KR" dirty="0"/>
              <a:t>CSS</a:t>
            </a:r>
            <a:r>
              <a:rPr kumimoji="1" lang="ko-KR" altLang="en-US" dirty="0"/>
              <a:t>에서는 이러한 박스를 기반으로 하여 요소에 경계선을 그릴 수 있으며 여백을 조정하여 요소를 화면에 배치할 수 있게 한다</a:t>
            </a:r>
            <a:r>
              <a:rPr kumimoji="1" lang="en-US" altLang="ko-KR" dirty="0"/>
              <a:t>.&lt;/</a:t>
            </a:r>
            <a:r>
              <a:rPr kumimoji="1" lang="en" altLang="ko-Kore-KR" dirty="0"/>
              <a:t>p&gt;</a:t>
            </a:r>
          </a:p>
          <a:p>
            <a:r>
              <a:rPr kumimoji="1" lang="en" altLang="ko-Kore-KR" dirty="0"/>
              <a:t>&lt;/body&gt;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2903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ore-KR" dirty="0"/>
              <a:t>&lt;head&gt;</a:t>
            </a:r>
          </a:p>
          <a:p>
            <a:r>
              <a:rPr kumimoji="1" lang="en" altLang="ko-Kore-KR" dirty="0"/>
              <a:t>&lt;style&gt;</a:t>
            </a:r>
          </a:p>
          <a:p>
            <a:r>
              <a:rPr kumimoji="1" lang="en" altLang="ko-Kore-KR" dirty="0"/>
              <a:t>div { </a:t>
            </a:r>
          </a:p>
          <a:p>
            <a:r>
              <a:rPr kumimoji="1" lang="en" altLang="ko-Kore-KR" dirty="0"/>
              <a:t>	width: 400px;</a:t>
            </a:r>
          </a:p>
          <a:p>
            <a:r>
              <a:rPr kumimoji="1" lang="en" altLang="ko-Kore-KR" dirty="0"/>
              <a:t>	border: solid 1px black;</a:t>
            </a:r>
          </a:p>
          <a:p>
            <a:r>
              <a:rPr kumimoji="1" lang="en" altLang="ko-Kore-KR" dirty="0"/>
              <a:t>	padding: 20px;</a:t>
            </a:r>
          </a:p>
          <a:p>
            <a:r>
              <a:rPr kumimoji="1" lang="en" altLang="ko-Kore-KR" dirty="0"/>
              <a:t>	box-shadow: 5px 5px 10px #888888;</a:t>
            </a:r>
          </a:p>
          <a:p>
            <a:r>
              <a:rPr kumimoji="1" lang="en" altLang="ko-Kore-KR" dirty="0"/>
              <a:t>}</a:t>
            </a:r>
          </a:p>
          <a:p>
            <a:r>
              <a:rPr kumimoji="1" lang="en" altLang="ko-Kore-KR" dirty="0"/>
              <a:t>&lt;/style&gt;</a:t>
            </a:r>
          </a:p>
          <a:p>
            <a:r>
              <a:rPr kumimoji="1" lang="en" altLang="ko-Kore-KR" dirty="0"/>
              <a:t>&lt;/head&gt;</a:t>
            </a:r>
          </a:p>
          <a:p>
            <a:r>
              <a:rPr kumimoji="1" lang="en" altLang="ko-Kore-KR" dirty="0"/>
              <a:t>&lt;body&gt;</a:t>
            </a:r>
          </a:p>
          <a:p>
            <a:r>
              <a:rPr kumimoji="1" lang="en" altLang="ko-Kore-KR" dirty="0"/>
              <a:t>&lt;div&gt;</a:t>
            </a:r>
          </a:p>
          <a:p>
            <a:r>
              <a:rPr kumimoji="1" lang="en" altLang="ko-Kore-KR" dirty="0"/>
              <a:t>	&lt;h3&gt;</a:t>
            </a:r>
            <a:r>
              <a:rPr kumimoji="1" lang="ko-KR" altLang="en-US" dirty="0"/>
              <a:t>박스 모델이란</a:t>
            </a:r>
            <a:r>
              <a:rPr kumimoji="1" lang="en-US" altLang="ko-KR" dirty="0"/>
              <a:t>?&lt;/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&lt;p&gt;</a:t>
            </a:r>
            <a:r>
              <a:rPr kumimoji="1" lang="ko-KR" altLang="en-US" dirty="0"/>
              <a:t>웹 페이지에 있는 모든 </a:t>
            </a:r>
            <a:r>
              <a:rPr kumimoji="1" lang="en" altLang="ko-Kore-KR" dirty="0"/>
              <a:t>HTML </a:t>
            </a:r>
            <a:r>
              <a:rPr kumimoji="1" lang="ko-KR" altLang="en-US" dirty="0"/>
              <a:t>요소는 사각형 형태를 가지는 박스로 생각할 수 있다</a:t>
            </a:r>
            <a:r>
              <a:rPr kumimoji="1" lang="en-US" altLang="ko-KR" dirty="0"/>
              <a:t>. &lt;/</a:t>
            </a:r>
            <a:r>
              <a:rPr kumimoji="1" lang="en" altLang="ko-Kore-KR" dirty="0"/>
              <a:t>p&gt;</a:t>
            </a:r>
          </a:p>
          <a:p>
            <a:r>
              <a:rPr kumimoji="1" lang="en" altLang="ko-Kore-KR" dirty="0"/>
              <a:t>&lt;/div&gt;</a:t>
            </a:r>
          </a:p>
          <a:p>
            <a:r>
              <a:rPr kumimoji="1" lang="en" altLang="ko-Kore-KR" dirty="0"/>
              <a:t>&lt;/body&gt;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772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5px green;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border-left: solid 5px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skyblue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좌측 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20px 30px 30px 30px;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eeeeee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배경 색상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10px;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상단 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소개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거미줄을 의미하는데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WWW(World Wide Web)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인터넷과 웹 브라우저를 통하여 글자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등을 사용자에게 제공합니다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브라우저를 통하여 서로 떨어져 있는 사용자 상호 간에 소통할 수 있게 해줍니다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웹과 관련된 직업에는 웹 기획자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디자이너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퍼블리셔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프로그래머가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91824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0;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마진 초기화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300px;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2px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aaaaaa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30px;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border-radius: 15px;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박스 모서리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20px 0 0 20px;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border-bottom: solid 1px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cccccc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padding-bottom: 8px;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180%;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간격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border-bottom: dotted 1px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cccccc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점선 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10px 0;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text-align: right;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우측 정렬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font-weight: normal;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글자 기본 굵기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10px;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상단 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a:hover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마우스 포인터를 올렸을 때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orange;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&lt;h3&gt;HTML/CSS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&lt;p&gt;HTML/CSS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이용하면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비디오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오디오 등으로 홈페이지를 제작할 수 있어요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.^^&lt;/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&lt;h4&gt;&lt;a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="#"&gt;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바로가기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;&lt;/a&gt;&lt;/h4&gt;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4794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border-left: solid 10px green;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좌측 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padding-left: 20px;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좌측 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1px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cccccc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경계선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20px 30px 30px 30px;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eeeeee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배경 색상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30px;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border-radius: 10px;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모서리 둥글게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10px;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상단 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150%;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간격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우대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연령에 따른 우대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 확인이 가능한 신분증 또는 서류 제시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청소년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장애인 우대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장애인등록증 제시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우대가격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이용권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우대가로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구입 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장애의 정도가 심한 장애인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국가유공자 우대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증명서류 제시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파크이용권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가격 보기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이용권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우대가로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구입 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9622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9008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A614E4-5B9B-6740-9E52-7F078C34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1" y="382523"/>
            <a:ext cx="11598384" cy="4898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박스모델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2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박스모델</a:t>
            </a:r>
            <a:r>
              <a:rPr lang="ko-KR" altLang="en-US" dirty="0"/>
              <a:t> 이란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박스 모델 이란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개요</a:t>
            </a:r>
            <a:endParaRPr kumimoji="1" lang="ko-Kore-KR" altLang="en-US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C057C-54C0-A24B-97C9-2260E084F2AB}"/>
              </a:ext>
            </a:extLst>
          </p:cNvPr>
          <p:cNvSpPr txBox="1"/>
          <p:nvPr/>
        </p:nvSpPr>
        <p:spPr>
          <a:xfrm>
            <a:off x="628519" y="1286633"/>
            <a:ext cx="10810959" cy="116948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HTML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요소는 사각형 형태를 가지는 박스로 생각할 수 있다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CSS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에서는 이러한 박스를 기반으로 요소에 경계선을 그리거나</a:t>
            </a:r>
            <a:endParaRPr kumimoji="1" lang="en-US" altLang="ko-KR" sz="20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간격을 조정하여 화면에 배치한다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5A3D25D-CA72-4141-8BCD-29BD8148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12" y="2615665"/>
            <a:ext cx="10388600" cy="381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BD785FC-BF0E-174E-8A32-3F763C404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511" y="2456112"/>
            <a:ext cx="3087477" cy="302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64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박스 모델 이란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경계선</a:t>
            </a:r>
            <a:endParaRPr kumimoji="1" lang="ko-Kore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7F718-BD54-264F-99EE-D076DB72FFE0}"/>
              </a:ext>
            </a:extLst>
          </p:cNvPr>
          <p:cNvSpPr txBox="1"/>
          <p:nvPr/>
        </p:nvSpPr>
        <p:spPr>
          <a:xfrm>
            <a:off x="1170323" y="982194"/>
            <a:ext cx="10810959" cy="40003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border: 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종류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,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두께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,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색상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4F205894-0B89-9942-A8B6-2C83E1BF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382233"/>
            <a:ext cx="1031240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75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박스 모델 이란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마진</a:t>
            </a:r>
            <a:endParaRPr kumimoji="1"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334B3D9-DE8C-C14D-8C4A-3FAA7E93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23" y="834484"/>
            <a:ext cx="9714802" cy="56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5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박스 모델 이란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패딩</a:t>
            </a:r>
            <a:endParaRPr kumimoji="1" lang="ko-Kore-KR" altLang="en-US" b="0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4F3D6A5-A945-9040-B6FC-D97FA2CD4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996950"/>
            <a:ext cx="10312400" cy="4864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8F5D0B3-AC5A-E54D-BC70-8F385273EED5}"/>
                  </a:ext>
                </a:extLst>
              </p14:cNvPr>
              <p14:cNvContentPartPr/>
              <p14:nvPr/>
            </p14:nvContentPartPr>
            <p14:xfrm>
              <a:off x="1082579" y="4517320"/>
              <a:ext cx="1035720" cy="187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8F5D0B3-AC5A-E54D-BC70-8F385273EE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6579" y="4445320"/>
                <a:ext cx="11073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B8A6EA0-57C5-FC41-ABF2-9CDC91A81408}"/>
                  </a:ext>
                </a:extLst>
              </p14:cNvPr>
              <p14:cNvContentPartPr/>
              <p14:nvPr/>
            </p14:nvContentPartPr>
            <p14:xfrm>
              <a:off x="1109579" y="5379880"/>
              <a:ext cx="1062720" cy="259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B8A6EA0-57C5-FC41-ABF2-9CDC91A814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3579" y="5308240"/>
                <a:ext cx="113436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942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676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프로젝트 실습</a:t>
            </a:r>
            <a:endParaRPr kumimoji="1"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9FF3E5B-73C5-AE4D-BABE-E68734C4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504950"/>
            <a:ext cx="108712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18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프로젝트 실습</a:t>
            </a:r>
            <a:endParaRPr kumimoji="1" lang="ko-Kore-KR" altLang="en-US" b="0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14977FA-8C23-5445-A497-60E3A9E1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514" y="1415561"/>
            <a:ext cx="6548435" cy="448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프로젝트 실습</a:t>
            </a:r>
            <a:endParaRPr kumimoji="1"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1B98792-31BC-7E46-B966-EF1F7165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188901"/>
            <a:ext cx="108712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2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1220</Words>
  <Application>Microsoft Macintosh PowerPoint</Application>
  <PresentationFormat>와이드스크린</PresentationFormat>
  <Paragraphs>215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82</cp:revision>
  <dcterms:created xsi:type="dcterms:W3CDTF">2020-12-17T02:01:33Z</dcterms:created>
  <dcterms:modified xsi:type="dcterms:W3CDTF">2021-01-13T07:49:13Z</dcterms:modified>
</cp:coreProperties>
</file>