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259" r:id="rId1"/>
  </p:sldMasterIdLst>
  <p:notesMasterIdLst>
    <p:notesMasterId r:id="rId23"/>
  </p:notesMasterIdLst>
  <p:sldIdLst>
    <p:sldId id="266" r:id="rId2"/>
    <p:sldId id="264" r:id="rId3"/>
    <p:sldId id="261" r:id="rId4"/>
    <p:sldId id="262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92" r:id="rId22"/>
  </p:sldIdLst>
  <p:sldSz cx="12192000" cy="6858000"/>
  <p:notesSz cx="6858000" cy="9144000"/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4CFD1"/>
    <a:srgbClr val="4454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740"/>
    <p:restoredTop sz="74608"/>
  </p:normalViewPr>
  <p:slideViewPr>
    <p:cSldViewPr snapToGrid="0" snapToObjects="1">
      <p:cViewPr varScale="1">
        <p:scale>
          <a:sx n="115" d="100"/>
          <a:sy n="115" d="100"/>
        </p:scale>
        <p:origin x="2856" y="200"/>
      </p:cViewPr>
      <p:guideLst/>
    </p:cSldViewPr>
  </p:slideViewPr>
  <p:notesTextViewPr>
    <p:cViewPr>
      <p:scale>
        <a:sx n="1" d="1"/>
        <a:sy n="1" d="1"/>
      </p:scale>
      <p:origin x="0" y="-1336"/>
    </p:cViewPr>
  </p:notesTextViewPr>
  <p:notesViewPr>
    <p:cSldViewPr snapToGrid="0" snapToObjects="1">
      <p:cViewPr varScale="1">
        <p:scale>
          <a:sx n="119" d="100"/>
          <a:sy n="119" d="100"/>
        </p:scale>
        <p:origin x="3920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1-04T08:06:38.3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45 24575,'2'0'0,"-1"-3"0,8 2 0,0-1 0,1 2 0,56 0 0,-40 0 0,37 0 0,0 0 0,-36 0 0,26-4 0,-3-1 0,-32 3 0,38-7 0,-45 9 0,17 0 0,-20 0 0,15 0 0,-14 0 0,9 0 0,-12 0 0,28 0 0,-18 0 0,69-5 0,-63 3 0,36-6 0,-51 7 0,5-2 0,-5 3 0,2 0 0,-2 0 0,-1 0 0,11 0 0,-7 3 0,13 0 0,-16 4 0,5-4 0,-6 0 0,32-3 0,-24 0 0,28 0 0,-31 0 0,1 0 0,-5 0 0,-5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1-04T08:06:40.6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27 24575,'6'0'0,"0"0"0,1 0 0,-1 0 0,0 0 0,27 0 0,13 0 0,-3 0 0,45 0 0,0 0 0,-42 0 0,46-2 0,-8 1 0,-67 0 0,31-5 0,-39 6 0,17-6 0,-17 5 0,14-2 0,-15 3 0,9-3 0,-9 3 0,15-3 0,-14 3 0,8 0 0,-10 0 0,-1 0 0,3 0 0,-2 0 0,19 0 0,-16 0 0,19 0 0,-21 0 0,4 0 0,-6 0 0,0 0 0,0 0 0,1 0 0,-1 0 0,0 0 0,1 0 0,-1 0 0,0 0 0,9 3 0,-7-3 0,18 3 0,-20-3 0,8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1-04T08:06:44.7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14 24575,'-6'6'0,"5"-2"0,1 1 0,7-4 0,2 2 0,12-3 0,-6 0 0,59 0 0,9 0 0,-38 0 0,55 0 0,-7 0 0,-72 0 0,47 0 0,-59 0 0,14 0 0,-16 0 0,11 0 0,-10 0 0,12 0 0,-12 0 0,7 0 0,-9 0 0,1 0 0,-1 0 0,0 0 0,3 0 0,29 0 0,-21 0 0,23 0 0,-33 0 0,2 0 0,-3 0 0,6 0 0,-4 0 0,12 0 0,-12 0 0,12-3 0,-12 2 0,4-2 0,-6 0 0,1 0 0,-1-1 0,0 1 0,1 3 0,4-2 0,-3-2 0,12 0 0,-11 2 0,5 2 0,-7 0 0,-1 0 0,0 0 0,1 0 0,-1 0 0,0 0 0,0 0 0,1 0 0,7 2 0,-5-1 0,3 2 0,-9-3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1-04T08:10:23.944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0 102,'23'-17,"-4"4,-10 8,8 4,49-13,0 10,26 3,16 2,8 0,-3 0,-13-2,-13-1,-6 0,-1-1,3 1,8 0,-4 1,10 1,6 0,3 1,-2-1,-5 0,-8 0,-13 0,23-1,-15 0,-3-1,-2 0,-2-1,-21 0,-22-3,22-1,-4 1,-33 5,39-5,-46 6,9 0,-20 0,0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1-04T08:10:28.509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96,'31'-4,"-2"1,-20 3,11-4,-6 3,41 0,28-1,-9 1,21 1,-26-1,25 0,12-1,2 1,-10-1,-20 1,-1 0,-2 0,10-2,23-2,4-1,-12 1,-27 1,-3 0,6-2,17-3,-19 3,-17 4,18-1,-7 0,-42 3,11 0,-28 0,5 0,-5 0,1 0,3 0,-3 0,1 0,-1 0,14 0,-9 0,37 0,-32 0,48 0,-51 0,26-3,-36 2,16-5,-14 6,12-3,-11 3,-1 0,3 0,-2 0,0 0,2 3,-3-3,1 6,2-3,9 4,-6-1,32 6,-32-7,16 3,-27-8,-1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1-04T08:11:16.2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96 24575,'7'-6'0,"-1"0"0,3 2 0,4-2 0,0 6 0,27-7 0,-15 6 0,31-4 0,9-1 0,26-6 0,-18 4 0,-1-1 0,-3-3 0,-22 5 0,-41 7 0,1-3 0,-1 2 0,0-1 0,-2 2 0,-2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1-04T08:11:17.0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13 24575,'6'-6'0,"0"2"0,1 1 0,2 6 0,10 5 0,26 18 0,-15-11 0,44 30 0,-56-34 0,23 15 0,-40-20 0,-2 1 0,-8-1 0,2-2 0,-26 8 0,11-5 0,-61 27 0,52-19 0,-26 13 0,45-19 0,5-3 0,1-2 0,3-1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1-04T08:11:18.2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154 1 24575,'-6'0'0,"-1"0"0,1 7 0,0 2 0,-1-2 0,-19 30 0,14-24 0,-31 46 0,32-46 0,-9 18 0,14-24 0,5-1 0,-2 0 0,3 3 0,0-2 0,0 5 0,0-5 0,0 2 0,6-2 0,-2-1 0,5-3 0,47 11 0,-34-8 0,60 11 0,-67-13 0,14 2 0,-26-6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1-04T08:11:19.7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24575,'3'2'0,"-2"-1"0,2 11 0,-3-2 0,0 8 0,0 19 0,0-14 0,0 35 0,0-40 0,0 50 0,0-49 0,0 46 0,0-48 0,5 27 0,-3-28 0,6 9 0,-7-17 0,4 18 0,-4-16 0,5 16 0,-3-19 0,3 16 0,1-14 0,-4 12 0,0-14 0,-3 16 0,0-13 0,-3 15 0,2-20 0,-1 4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1-04T08:11:20.8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1 190 24575,'0'-7'0,"0"1"0,2-1 0,2-2 0,11-12 0,-10 8 0,18-19 0,-18 23 0,15-20 0,-15 19 0,6-13 0,-7 15 0,2-4 0,1 8 0,-1 4 0,0 7 0,0 2 0,12 35 0,-9-24 0,20 49 0,-23-56 0,8 18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1-04T08:11:22.0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30 24575,'3'-1'0,"1"-1"0,2 7 0,0-1 0,1 2 0,19 25 0,-12-15 0,43 55 0,-40-52 0,31 35 0,-39-46 0,6 1 0,-10-9 0,-4-18 0,2 6 0,2-38 0,-1 30 0,8-46 0,-7 50 0,0-25 0,-2 33 0,-2-4 0,1 9 0,-2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FB2E54-8ADE-1C42-B7E1-8C04B8CD0931}" type="datetimeFigureOut">
              <a:rPr kumimoji="1" lang="ko-Kore-KR" altLang="en-US" smtClean="0"/>
              <a:t>2021. 1. 5.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FA6CA5-1AB8-7840-86E1-8A38211DD31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071660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" altLang="ko-Kore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5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8975978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" altLang="ko-Kore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6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9264599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&lt;!DOCTYPE html&gt;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&lt;html&gt;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&lt;head&gt;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&lt;meta charset="utf-8"&gt;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&lt;/head&gt;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&lt;body&gt;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&lt;h3&gt;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텍스트 입력 창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h3&gt;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&lt;form&gt;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&lt;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 type="text"&gt;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&lt;/form&gt;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&lt;h3&gt;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비밀번호 입력 창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h3&gt;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&lt;form&gt;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비밀번호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&lt;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 type="password"&gt;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&lt;/form&gt;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&lt;/body&gt;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&lt;/html&gt;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7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7396264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&lt;!DOCTYPE html&gt;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&lt;html&gt;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&lt;head&gt;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&lt;meta charset="utf-8"&gt;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&lt;/head&gt;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&lt;body&gt;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&lt;h3&gt;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라디오 버튼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h3&gt;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&lt;form&gt;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이메일 수신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&lt;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 type="radio" name="email" checked&gt;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</a:t>
            </a: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 type="radio" name="email"&gt;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아니오</a:t>
            </a: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form&gt;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&lt;h3&gt;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체크 박스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h3&gt;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&lt;form&gt;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&lt;p&gt;TV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즐겨보는 분야는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&lt;input type="checkbox" name="item1" checked&gt;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뉴스</a:t>
            </a: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 type="checkbox" name="item2" checked&gt;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드라마</a:t>
            </a: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 type="checkbox" name="item3"&gt;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스포츠</a:t>
            </a: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 type="checkbox" name="item4" checked&gt;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엔터테인먼트</a:t>
            </a: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 type="checkbox" name="item5"&gt;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기타</a:t>
            </a: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form&gt;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&lt;/body&gt;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&lt;/html&gt;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8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6683528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&lt;body&gt;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&lt;h3&gt;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파일 업로드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h3&gt;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&lt;form&gt;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&lt;input type="file"&gt;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&lt;/form&gt;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&lt;h3&gt;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전화번호 입력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h3&gt;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&lt;form action="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insert.php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&lt;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 type="text"&gt;&lt;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전화번호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&lt;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 type="text"&gt;&lt;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&lt;input type="submit" value="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저장하기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"&gt; 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&lt;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 type="button" value="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중복확인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"&gt;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&lt;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 type="reset" value="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다시쓰기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"&gt;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form&gt;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&lt;/body&gt;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9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6292989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&lt;!DOCTYPE html&gt;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&lt;html&gt;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&lt;head&gt;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&lt;meta charset="utf-8"&gt;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&lt;/head&gt;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&lt;body&gt;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&lt;h3&gt;&amp;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lt;input&amp;gt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태그의 속성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h3&gt;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&lt;form&gt;</a:t>
            </a: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&lt;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 type="text" value="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홍길동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"&gt;&lt;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별명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&lt;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 type="text" autofocus&gt;&lt;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아이디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&lt;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 type="text" value="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hong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readonly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회원레벨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&lt;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 type="text" value="9" disabled&gt;&lt;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전화번호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&lt;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 type="text" placeholder="010-123-1234"&gt;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&lt;/form&gt;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&lt;/body&gt;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&lt;/html&gt; </a:t>
            </a:r>
          </a:p>
          <a:p>
            <a:endParaRPr lang="en" altLang="ko-Kore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10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006115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" altLang="ko-Kore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11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2247553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&lt;!DOCTYPE html&gt;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&lt;html&gt;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&lt;head&gt;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&lt;meta charset="utf-8"&gt;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&lt;/head&gt;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&lt;body&gt;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&lt;h3&gt;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선택 박스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h3&gt;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&lt;form&gt;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이메일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&lt;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 type="text" value="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홍길동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"&gt; @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&lt;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select&gt;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&lt;option&gt;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직접 입력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option&gt;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&lt;option&gt;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naver.com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&lt;/option&gt;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&lt;option&gt;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hanmail.net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&lt;/option&gt;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&lt;option&gt;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gmail.com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&lt;/option&gt;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&lt;option&gt;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nate.com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&lt;/option&gt;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&lt;/select&gt; 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&lt;/form&gt;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&lt;/body&gt;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&lt;/html&gt;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12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758986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&lt;!DOCTYPE html&gt;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&lt;html&gt;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&lt;head&gt;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&lt;meta charset="utf-8"&gt;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&lt;/head&gt;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&lt;body&gt;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&lt;h3&gt;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남기고 싶은 말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h3&gt;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&lt;form&gt;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textarea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cols="80" rows="6"&gt;&lt;/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textarea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&lt;/form&gt;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&lt;/body&gt;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&lt;/html&gt;</a:t>
            </a:r>
          </a:p>
          <a:p>
            <a:endParaRPr lang="en" altLang="ko-Kore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13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6108606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&lt;!DOCTYPE html&gt;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&lt;html&gt;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&lt;head&gt;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&lt;meta charset="utf-8"&gt;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&lt;/head&gt;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&lt;body&gt;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&lt;h3&gt;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오늘의 날씨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h3&gt;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&lt;table border="1"&gt;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&lt;tr&gt;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지역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최저기온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최고기온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&lt;/tr&gt;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&lt;tr&gt;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&lt;td&gt;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서울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td&gt; &lt;td&gt;20&lt;/td&gt; &lt;td&gt;30&lt;/td&gt;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&lt;/tr&gt;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&lt;tr&gt;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&lt;td&gt;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대구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td&gt; &lt;td&gt;20&lt;/td&gt; &lt;td&gt;30&lt;/td&gt;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&lt;/tr&gt;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&lt;tr&gt;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&lt;td&gt;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광주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td&gt; &lt;td&gt;20&lt;/td&gt; &lt;td&gt;30&lt;/td&gt;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&lt;/tr&gt;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&lt;tr&gt;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&lt;td&gt;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부산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td&gt; &lt;td&gt;20&lt;/td&gt; &lt;td&gt;30&lt;/td&gt;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&lt;/tr&gt;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&lt;/table&gt;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&lt;/body&gt;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&lt;/html&gt; </a:t>
            </a:r>
          </a:p>
          <a:p>
            <a:endParaRPr lang="en" altLang="ko-Kore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14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0002526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" altLang="ko-Kore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15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1650747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&lt;!DOCTYPE html&gt;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&lt;html&gt;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&lt;head&gt;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&lt;meta charset="utf-8"&gt;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&lt;/head&gt;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&lt;body&gt;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&lt;h3&gt;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오늘의 날씨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h3&gt;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&lt;table border="1"&gt;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&lt;tr&gt;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colspan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="2"&gt;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죄저기온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&lt;/tr&gt;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&lt;tr&gt;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&lt;td 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rowspan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="2"&gt;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경기도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td&gt; &lt;td&gt;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수원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td&gt; &lt;td&gt;20&lt;/td&gt; &lt;td&gt;30&lt;/td&gt;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&lt;/tr&gt;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&lt;tr&gt;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&lt;td&gt;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td&gt; &lt;td&gt;20&lt;/td&gt; &lt;td&gt;30&lt;/td&gt;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&lt;/tr&gt;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&lt;tr&gt;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&lt;td 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rowspan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="2"&gt;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강원도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td&gt; &lt;td&gt;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강릉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td&gt; &lt;td&gt;20&lt;/td&gt; &lt;td&gt;30&lt;/td&gt;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&lt;/tr&gt;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&lt;tr&gt;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&lt;td&gt;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원주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td&gt; &lt;td&gt;20&lt;/td&gt; &lt;td&gt;30&lt;/td&gt;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&lt;/tr&gt;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&lt;tr&gt;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&lt;td 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rowspan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="2"&gt;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전라도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td&gt; &lt;td&gt;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광주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td&gt; &lt;td&gt;20&lt;/td&gt; &lt;td&gt;30&lt;/td&gt;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&lt;/tr&gt;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&lt;tr&gt;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&lt;td&gt;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전주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td&gt; &lt;td&gt;20&lt;/td&gt; &lt;td&gt;30&lt;/td&gt;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&lt;/tr&gt;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&lt;/table&gt;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&lt;/body&gt;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&lt;/html&gt; </a:t>
            </a:r>
          </a:p>
          <a:p>
            <a:endParaRPr lang="en" altLang="ko-Kore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16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090292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&lt;!DOCTYPE html&gt;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&lt;html&gt;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&lt;head&gt;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&lt;meta charset="utf-8"&gt;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&lt;style&gt;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table, tr, 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td {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border: solid 1px black;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border-collapse: collapse;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padding: 10px;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&lt;/style&gt;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&lt;/head&gt;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&lt;body&gt;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&lt;h3&gt;KTX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열차 시간표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h3&gt;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&lt;table&gt;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&lt;tr&gt;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출발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도착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colspan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="2"&gt;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객실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요금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예약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&lt;/tr&gt;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&lt;tr&gt;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&lt;td&gt;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서울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(09:00)&lt;/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td&gt; &lt;td&gt;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부산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(12:00&lt;/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td&gt; &lt;td&gt;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일반실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td&gt; &lt;td&gt;50,000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td&gt; &lt;td&gt;&lt;input type="button" value="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예약신청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"&gt;&lt;/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td&gt; 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&lt;/tr&gt;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&lt;tr&gt;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&lt;td&gt;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서울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(10:00)&lt;/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td&gt; &lt;td&gt;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부산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(13:00)&lt;/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td&gt; &lt;td&gt;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td&gt; &lt;td&gt;80,000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td&gt; &lt;td&gt;&lt;input type="button" value="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예약불가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"&gt;&lt;/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td&gt; 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&lt;/tr&gt;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&lt;tr&gt;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&lt;td&gt;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서울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(11:00)&lt;/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td&gt; &lt;td&gt;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부산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(14:00)&lt;/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td&gt; &lt;td&gt;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td&gt; &lt;td&gt;80,000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td&gt; &lt;td&gt;&lt;input type="button" value="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예약신청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"&gt;&lt;/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td&gt; 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&lt;/tr&gt; 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&lt;/table&gt;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&lt;/body&gt;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&lt;/html&gt; </a:t>
            </a:r>
          </a:p>
          <a:p>
            <a:endParaRPr lang="en" altLang="ko-Kore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18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7625572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&lt;!DOCTYPE html&gt;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&lt;html&gt;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&lt;head&gt;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&lt;meta charset="utf-8"&gt;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&lt;style&gt;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table, tr, 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td {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border: solid 1px black;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border-collapse: collapse;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padding: 10px;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&lt;/style&gt;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&lt;/head&gt;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&lt;body&gt;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&lt;h3&gt;CSS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h3&gt;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&lt;table&gt;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&lt;tr&gt;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rowspan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="2"&gt;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지역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colspan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="2"&gt;13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목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)&lt;/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colspan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="2"&gt;14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)&lt;/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colspan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="2"&gt;15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)&lt;/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colspan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="2"&gt;16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)&lt;/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&lt;/tr&gt;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&lt;tr&gt;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&lt;/tr&gt;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&lt;tr&gt;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&lt;td&gt;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서울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경기도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td&gt; 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&lt;td&gt;&lt;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img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src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="./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img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/icon1.png"&gt;&lt;/td&gt; &lt;td&gt;&lt;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img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src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="./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img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/icon1.png"&gt;&lt;/td&gt;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&lt;td&gt;&lt;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img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src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="./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img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/icon1.png"&gt;&lt;/td&gt; &lt;td&gt;&lt;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img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src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="./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img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/icon1.png"&gt;&lt;/td&gt;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&lt;td&gt;&lt;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img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src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="./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img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/icon1.png"&gt;&lt;/td&gt; &lt;td&gt;&lt;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img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src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="./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img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/icon1.png"&gt;&lt;/td&gt;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&lt;td&gt;&lt;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img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src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="./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img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/icon1.png"&gt;&lt;/td&gt; &lt;td&gt;&lt;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img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src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="./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img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/icon1.png"&gt;&lt;/td&gt;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&lt;/tr&gt;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&lt;tr&gt;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&lt;td&gt;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세종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충남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td&gt; 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&lt;td&gt;&lt;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img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src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="./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img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/icon2.png"&gt;&lt;/td&gt; &lt;td&gt;&lt;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img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src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="./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img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/icon2.png"&gt;&lt;/td&gt;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&lt;td&gt;&lt;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img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src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="./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img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/icon2.png"&gt;&lt;/td&gt; &lt;td&gt;&lt;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img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src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="./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img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/icon2.png"&gt;&lt;/td&gt;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&lt;td&gt;&lt;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img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src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="./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img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/icon2.png"&gt;&lt;/td&gt; &lt;td&gt;&lt;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img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src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="./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img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/icon2.png"&gt;&lt;/td&gt;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&lt;td&gt;&lt;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img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src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="./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img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/icon2.png"&gt;&lt;/td&gt; &lt;td&gt;&lt;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img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src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="./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img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/icon2.png"&gt;&lt;/td&gt;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&lt;/tr&gt;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&lt;tr&gt;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&lt;td&gt;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부산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울산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경상남도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td&gt; 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&lt;td&gt;&lt;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img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src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="./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img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/icon3.png"&gt;&lt;/td&gt; &lt;td&gt;&lt;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img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src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="./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img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/icon3.png"&gt;&lt;/td&gt;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&lt;td&gt;&lt;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img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src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="./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img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/icon3.png"&gt;&lt;/td&gt; &lt;td&gt;&lt;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img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src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="./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img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/icon3.png"&gt;&lt;/td&gt;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&lt;td&gt;&lt;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img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src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="./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img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/icon3.png"&gt;&lt;/td&gt; &lt;td&gt;&lt;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img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src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="./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img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/icon3.png"&gt;&lt;/td&gt;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&lt;td&gt;&lt;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img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src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="./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img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/icon3.png"&gt;&lt;/td&gt; &lt;td&gt;&lt;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img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src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="./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img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/icon3.png"&gt;&lt;/td&gt;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&lt;/tr&gt;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&lt;/table&gt;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&lt;/body&gt;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&lt;/html&gt;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19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3422019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&lt;!DOCTYPE html&gt;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&lt;html&gt;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&lt;head&gt;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&lt;meta charset="utf-8"&gt;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&lt;/head&gt;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&lt;body&gt;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&lt;h3&gt;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회원 가입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h3&gt;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&lt;table&gt;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&lt;tr&gt;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&lt;td&gt;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아이디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td&gt; &lt;td&gt;&lt;input type="text" autofocus&gt;&lt;/td&gt;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&lt;/tr&gt;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&lt;tr&gt;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&lt;td&gt;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td&gt; &lt;td&gt;&lt;input type="text"&gt;&lt;/td&gt;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&lt;/tr&gt;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&lt;tr&gt;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&lt;td&gt;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비밀번호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td&gt; &lt;td&gt;&lt;input type="password"&gt;&lt;/td&gt;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&lt;/tr&gt;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&lt;tr&gt;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&lt;td&gt;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비밀번호 확인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td&gt; &lt;td&gt;&lt;input type="password"&gt;&lt;/td&gt;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&lt;/tr&gt;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&lt;tr&gt;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&lt;td&gt;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전화번호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td&gt; 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&lt;td&gt;&lt;input type="text" placeholder="010-123-4567"&gt;&lt;/td&gt;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&lt;/tr&gt;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&lt;tr&gt;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&lt;td&gt;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이메일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td&gt; 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&lt;input type="text"&gt;@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&lt;select&gt;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&lt;option&gt;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직접입력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option&gt;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&lt;option&gt;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naver.com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&lt;/option&gt;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&lt;option&gt;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gmail.com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&lt;/option&gt;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&lt;option&gt;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hanmail.net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&lt;/option&gt;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&lt;/select&gt;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&lt;/td&gt;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&lt;/tr&gt;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&lt;tr&gt;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&lt;td&gt;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문자수신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여부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td&gt; 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&lt;input type="radio" name="message" checked&gt;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 type="radio" name="message"&gt;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아니오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&lt;/tr&gt;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&lt;tr&gt;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&lt;td&gt;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가입 경로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td&gt; 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&lt;input type="checkbox" name="item1"&gt;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친구 소개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 type="checkbox" name="item2"&gt;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인터넷 검색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 type="checkbox" name="item3"&gt;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블로그 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 type="checkbox" name="item4"&gt;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기타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&lt;/tr&gt;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&lt;/table&gt;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&lt;/body&gt;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&lt;/html&gt; </a:t>
            </a:r>
          </a:p>
          <a:p>
            <a:endParaRPr lang="en" altLang="ko-Kore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20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8795698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&lt;!DOCTYPE html&gt;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&lt;html&gt;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&lt;head&gt;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&lt;meta charset="utf-8"&gt;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&lt;/head&gt;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&lt;body&gt;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&lt;h3&gt;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답변 글쓰기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h3&gt;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&lt;table&gt;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&lt;tr&gt;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&lt;td&gt;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td&gt; &lt;td&gt;&lt;input type="text" value="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홍길동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disabled&gt;&lt;/td&gt;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&lt;/tr&gt;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&lt;tr&gt;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&lt;td&gt;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제목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td&gt; 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&lt;td&gt;&lt;input type="text" value="RE: "&gt;&lt;/td&gt;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&lt;/tr&gt;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&lt;tr&gt;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&lt;td&gt;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내용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td&gt; 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textarea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cols="80" rows="8"&gt;&lt;/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textarea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&lt;/td&gt;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&lt;/tr&gt;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&lt;/table&gt;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&lt;/body&gt;</a:t>
            </a:r>
          </a:p>
          <a:p>
            <a:r>
              <a:rPr lang="en" altLang="ko-Kore-KR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&lt;/html&gt; </a:t>
            </a:r>
          </a:p>
          <a:p>
            <a:endParaRPr lang="en" altLang="ko-Kore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21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5948807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_목차">
    <p:bg>
      <p:bgPr>
        <a:solidFill>
          <a:srgbClr val="54CF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BA2F3813-9611-B04C-98A8-B2680B4F5D3D}"/>
              </a:ext>
            </a:extLst>
          </p:cNvPr>
          <p:cNvSpPr/>
          <p:nvPr userDrawn="1"/>
        </p:nvSpPr>
        <p:spPr>
          <a:xfrm>
            <a:off x="0" y="0"/>
            <a:ext cx="12192000" cy="658054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E2B818-9085-8741-86C8-47EEDB5B7B65}"/>
              </a:ext>
            </a:extLst>
          </p:cNvPr>
          <p:cNvSpPr txBox="1"/>
          <p:nvPr userDrawn="1"/>
        </p:nvSpPr>
        <p:spPr>
          <a:xfrm>
            <a:off x="845794" y="6580541"/>
            <a:ext cx="26280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ore-KR" sz="1200" dirty="0"/>
              <a:t>copyright © </a:t>
            </a:r>
            <a:r>
              <a:rPr kumimoji="1" lang="en-US" altLang="ko-Kore-KR" sz="1200" dirty="0" err="1"/>
              <a:t>Devedu</a:t>
            </a:r>
            <a:r>
              <a:rPr kumimoji="1" lang="en-US" altLang="ko-Kore-KR" sz="1200" dirty="0"/>
              <a:t>. all rights reserved</a:t>
            </a:r>
            <a:endParaRPr kumimoji="1" lang="ko-Kore-KR" altLang="en-US" sz="1200" dirty="0"/>
          </a:p>
        </p:txBody>
      </p:sp>
      <p:sp>
        <p:nvSpPr>
          <p:cNvPr id="32" name="슬라이드 번호 개체 틀 5">
            <a:extLst>
              <a:ext uri="{FF2B5EF4-FFF2-40B4-BE49-F238E27FC236}">
                <a16:creationId xmlns:a16="http://schemas.microsoft.com/office/drawing/2014/main" id="{DCAFC4AF-F07B-A642-980A-FCEAB01BB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85218"/>
            <a:ext cx="2743200" cy="276999"/>
          </a:xfrm>
        </p:spPr>
        <p:txBody>
          <a:bodyPr>
            <a:spAutoFit/>
          </a:bodyPr>
          <a:lstStyle/>
          <a:p>
            <a:fld id="{192C8BCD-5B35-A34A-B22B-B82F0254BA7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  <p:sp>
        <p:nvSpPr>
          <p:cNvPr id="8" name="다이아몬드 7">
            <a:extLst>
              <a:ext uri="{FF2B5EF4-FFF2-40B4-BE49-F238E27FC236}">
                <a16:creationId xmlns:a16="http://schemas.microsoft.com/office/drawing/2014/main" id="{A11D6FC2-3699-114E-A2F5-2DF05DA32C3B}"/>
              </a:ext>
            </a:extLst>
          </p:cNvPr>
          <p:cNvSpPr/>
          <p:nvPr userDrawn="1"/>
        </p:nvSpPr>
        <p:spPr>
          <a:xfrm>
            <a:off x="445064" y="1507744"/>
            <a:ext cx="564022" cy="564022"/>
          </a:xfrm>
          <a:prstGeom prst="diamond">
            <a:avLst/>
          </a:prstGeom>
          <a:solidFill>
            <a:srgbClr val="55CF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03838A-BE2E-8E43-B618-8D65C885101B}"/>
              </a:ext>
            </a:extLst>
          </p:cNvPr>
          <p:cNvSpPr txBox="1"/>
          <p:nvPr userDrawn="1"/>
        </p:nvSpPr>
        <p:spPr>
          <a:xfrm>
            <a:off x="667133" y="1548617"/>
            <a:ext cx="1284642" cy="523149"/>
          </a:xfrm>
          <a:prstGeom prst="rect">
            <a:avLst/>
          </a:prstGeom>
          <a:noFill/>
        </p:spPr>
        <p:txBody>
          <a:bodyPr wrap="none" lIns="91374" tIns="45685" rIns="91374" bIns="45685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  <a:defRPr/>
            </a:pPr>
            <a:r>
              <a:rPr kumimoji="1" lang="en-US" altLang="ko-KR" sz="28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INDEX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B78544-F529-9243-9639-1427C2074DC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37723" y="2745487"/>
            <a:ext cx="1584713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ko-KR" altLang="en-US" dirty="0" err="1"/>
              <a:t>큰제목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</p:txBody>
      </p:sp>
      <p:sp>
        <p:nvSpPr>
          <p:cNvPr id="25" name="내용 개체 틀 2">
            <a:extLst>
              <a:ext uri="{FF2B5EF4-FFF2-40B4-BE49-F238E27FC236}">
                <a16:creationId xmlns:a16="http://schemas.microsoft.com/office/drawing/2014/main" id="{34C11287-0330-9147-8C4E-97969ED1571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297800" y="2745487"/>
            <a:ext cx="548917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rgbClr val="54CFD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en-US" altLang="ko-KR" dirty="0"/>
              <a:t>01.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4DD148-E2F3-6F43-A830-B1DF9707D56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45679" y="3206328"/>
            <a:ext cx="1517464" cy="1141851"/>
          </a:xfrm>
        </p:spPr>
        <p:txBody>
          <a:bodyPr>
            <a:spAutoFit/>
          </a:bodyPr>
          <a:lstStyle>
            <a:lvl1pPr>
              <a:buFont typeface="Wingdings" pitchFamily="2" charset="2"/>
              <a:buChar char="v"/>
              <a:defRPr sz="1200"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ko-Kore-KR" altLang="en-US" dirty="0"/>
              <a:t>소제목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ko-Kore-KR" altLang="en-US" dirty="0"/>
          </a:p>
        </p:txBody>
      </p:sp>
      <p:sp>
        <p:nvSpPr>
          <p:cNvPr id="27" name="내용 개체 틀 2">
            <a:extLst>
              <a:ext uri="{FF2B5EF4-FFF2-40B4-BE49-F238E27FC236}">
                <a16:creationId xmlns:a16="http://schemas.microsoft.com/office/drawing/2014/main" id="{CA3EE9B3-6AC5-F94F-8261-F1619ABEB16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373347" y="2745487"/>
            <a:ext cx="1584713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ko-KR" altLang="en-US" dirty="0" err="1"/>
              <a:t>큰제목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</p:txBody>
      </p:sp>
      <p:sp>
        <p:nvSpPr>
          <p:cNvPr id="28" name="내용 개체 틀 2">
            <a:extLst>
              <a:ext uri="{FF2B5EF4-FFF2-40B4-BE49-F238E27FC236}">
                <a16:creationId xmlns:a16="http://schemas.microsoft.com/office/drawing/2014/main" id="{479462A3-7C4E-9243-902A-129F0F8368E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933424" y="2745487"/>
            <a:ext cx="548917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rgbClr val="54CFD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en-US" altLang="ko-KR" dirty="0"/>
              <a:t>01.</a:t>
            </a:r>
          </a:p>
        </p:txBody>
      </p:sp>
      <p:sp>
        <p:nvSpPr>
          <p:cNvPr id="30" name="텍스트 개체 틀 4">
            <a:extLst>
              <a:ext uri="{FF2B5EF4-FFF2-40B4-BE49-F238E27FC236}">
                <a16:creationId xmlns:a16="http://schemas.microsoft.com/office/drawing/2014/main" id="{955026BC-E4E9-4E4C-A8FA-AA998F48E9E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81303" y="3206328"/>
            <a:ext cx="1517464" cy="1141851"/>
          </a:xfrm>
        </p:spPr>
        <p:txBody>
          <a:bodyPr>
            <a:spAutoFit/>
          </a:bodyPr>
          <a:lstStyle>
            <a:lvl1pPr>
              <a:buFont typeface="Wingdings" pitchFamily="2" charset="2"/>
              <a:buChar char="v"/>
              <a:defRPr sz="1200"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ko-Kore-KR" altLang="en-US" dirty="0"/>
              <a:t>소제목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ko-Kore-KR" altLang="en-US" dirty="0"/>
          </a:p>
        </p:txBody>
      </p:sp>
      <p:sp>
        <p:nvSpPr>
          <p:cNvPr id="31" name="내용 개체 틀 2">
            <a:extLst>
              <a:ext uri="{FF2B5EF4-FFF2-40B4-BE49-F238E27FC236}">
                <a16:creationId xmlns:a16="http://schemas.microsoft.com/office/drawing/2014/main" id="{37D67461-D793-1544-B693-992F84F737AA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883465" y="2745487"/>
            <a:ext cx="1584713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ko-KR" altLang="en-US" dirty="0" err="1"/>
              <a:t>큰제목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</p:txBody>
      </p:sp>
      <p:sp>
        <p:nvSpPr>
          <p:cNvPr id="33" name="내용 개체 틀 2">
            <a:extLst>
              <a:ext uri="{FF2B5EF4-FFF2-40B4-BE49-F238E27FC236}">
                <a16:creationId xmlns:a16="http://schemas.microsoft.com/office/drawing/2014/main" id="{5954E74E-5CB1-174E-8154-A3FD85F60F77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443542" y="2745487"/>
            <a:ext cx="548917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rgbClr val="54CFD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en-US" altLang="ko-KR" dirty="0"/>
              <a:t>01.</a:t>
            </a:r>
          </a:p>
        </p:txBody>
      </p:sp>
      <p:sp>
        <p:nvSpPr>
          <p:cNvPr id="34" name="텍스트 개체 틀 4">
            <a:extLst>
              <a:ext uri="{FF2B5EF4-FFF2-40B4-BE49-F238E27FC236}">
                <a16:creationId xmlns:a16="http://schemas.microsoft.com/office/drawing/2014/main" id="{F6C9143E-F40A-FD4B-9B91-87D3A44965E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891421" y="3206328"/>
            <a:ext cx="1517464" cy="1141851"/>
          </a:xfrm>
        </p:spPr>
        <p:txBody>
          <a:bodyPr>
            <a:spAutoFit/>
          </a:bodyPr>
          <a:lstStyle>
            <a:lvl1pPr>
              <a:buFont typeface="Wingdings" pitchFamily="2" charset="2"/>
              <a:buChar char="v"/>
              <a:defRPr sz="1200"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ko-Kore-KR" altLang="en-US" dirty="0"/>
              <a:t>소제목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ko-Kore-KR" altLang="en-US" dirty="0"/>
          </a:p>
        </p:txBody>
      </p:sp>
      <p:sp>
        <p:nvSpPr>
          <p:cNvPr id="35" name="내용 개체 틀 2">
            <a:extLst>
              <a:ext uri="{FF2B5EF4-FFF2-40B4-BE49-F238E27FC236}">
                <a16:creationId xmlns:a16="http://schemas.microsoft.com/office/drawing/2014/main" id="{112B5D26-A0CE-9341-8145-20A60E6965D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9393583" y="2745487"/>
            <a:ext cx="1584713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ko-KR" altLang="en-US" dirty="0" err="1"/>
              <a:t>큰제목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</p:txBody>
      </p:sp>
      <p:sp>
        <p:nvSpPr>
          <p:cNvPr id="36" name="내용 개체 틀 2">
            <a:extLst>
              <a:ext uri="{FF2B5EF4-FFF2-40B4-BE49-F238E27FC236}">
                <a16:creationId xmlns:a16="http://schemas.microsoft.com/office/drawing/2014/main" id="{94B07A4E-FE2B-E84D-AE7D-6887DCE53F99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8953660" y="2745487"/>
            <a:ext cx="548917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rgbClr val="54CFD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en-US" altLang="ko-KR" dirty="0"/>
              <a:t>01.</a:t>
            </a:r>
          </a:p>
        </p:txBody>
      </p:sp>
      <p:sp>
        <p:nvSpPr>
          <p:cNvPr id="37" name="텍스트 개체 틀 4">
            <a:extLst>
              <a:ext uri="{FF2B5EF4-FFF2-40B4-BE49-F238E27FC236}">
                <a16:creationId xmlns:a16="http://schemas.microsoft.com/office/drawing/2014/main" id="{7F9D5FEC-DBD4-9B47-A8A2-76906CE8BBD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01539" y="3206328"/>
            <a:ext cx="1517464" cy="1141851"/>
          </a:xfrm>
        </p:spPr>
        <p:txBody>
          <a:bodyPr>
            <a:spAutoFit/>
          </a:bodyPr>
          <a:lstStyle>
            <a:lvl1pPr>
              <a:buFont typeface="Wingdings" pitchFamily="2" charset="2"/>
              <a:buChar char="v"/>
              <a:defRPr sz="1200"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ko-Kore-KR" altLang="en-US" dirty="0"/>
              <a:t>소제목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26229271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_제목">
    <p:bg>
      <p:bgPr>
        <a:solidFill>
          <a:srgbClr val="54CF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BA2F3813-9611-B04C-98A8-B2680B4F5D3D}"/>
              </a:ext>
            </a:extLst>
          </p:cNvPr>
          <p:cNvSpPr/>
          <p:nvPr userDrawn="1"/>
        </p:nvSpPr>
        <p:spPr>
          <a:xfrm>
            <a:off x="0" y="0"/>
            <a:ext cx="12192000" cy="6580541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18" name="내용 개체 틀 17">
            <a:extLst>
              <a:ext uri="{FF2B5EF4-FFF2-40B4-BE49-F238E27FC236}">
                <a16:creationId xmlns:a16="http://schemas.microsoft.com/office/drawing/2014/main" id="{11EB12BD-423E-D942-AA60-48E193A3A96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126392" y="3460960"/>
            <a:ext cx="7042151" cy="535531"/>
          </a:xfrm>
        </p:spPr>
        <p:txBody>
          <a:bodyPr wrap="square" anchor="ctr" anchorCtr="0">
            <a:spAutoFit/>
          </a:bodyPr>
          <a:lstStyle>
            <a:lvl1pPr>
              <a:buNone/>
              <a:defRPr sz="3200" b="1"/>
            </a:lvl1pPr>
          </a:lstStyle>
          <a:p>
            <a:pPr lvl="0"/>
            <a:r>
              <a:rPr kumimoji="1" lang="ko-KR" altLang="en-US" dirty="0"/>
              <a:t>마스터 텍스트</a:t>
            </a:r>
            <a:endParaRPr kumimoji="1" lang="ko-Kore-KR" altLang="en-US" dirty="0"/>
          </a:p>
        </p:txBody>
      </p:sp>
      <p:sp>
        <p:nvSpPr>
          <p:cNvPr id="24" name="내용 개체 틀 23">
            <a:extLst>
              <a:ext uri="{FF2B5EF4-FFF2-40B4-BE49-F238E27FC236}">
                <a16:creationId xmlns:a16="http://schemas.microsoft.com/office/drawing/2014/main" id="{F23B5EBD-C357-6E46-AC78-8CC3CDDA810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135357" y="4052353"/>
            <a:ext cx="7042151" cy="286232"/>
          </a:xfrm>
        </p:spPr>
        <p:txBody>
          <a:bodyPr anchor="ctr" anchorCtr="0">
            <a:spAutoFit/>
          </a:bodyPr>
          <a:lstStyle>
            <a:lvl1pPr>
              <a:buNone/>
              <a:defRPr sz="1400"/>
            </a:lvl1pPr>
          </a:lstStyle>
          <a:p>
            <a:pPr lvl="0"/>
            <a:r>
              <a:rPr kumimoji="1" lang="ko-KR" altLang="en-US" dirty="0"/>
              <a:t>서브 타이틀이 들어가는 자리</a:t>
            </a:r>
            <a:endParaRPr kumimoji="1" lang="ko-Kore-KR" altLang="en-US" dirty="0"/>
          </a:p>
        </p:txBody>
      </p:sp>
      <p:sp>
        <p:nvSpPr>
          <p:cNvPr id="28" name="내용 개체 틀 27">
            <a:extLst>
              <a:ext uri="{FF2B5EF4-FFF2-40B4-BE49-F238E27FC236}">
                <a16:creationId xmlns:a16="http://schemas.microsoft.com/office/drawing/2014/main" id="{E0BAA295-AF35-8640-9328-4A9C9801DDDC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5839" y="2192410"/>
            <a:ext cx="1250576" cy="2723823"/>
          </a:xfrm>
        </p:spPr>
        <p:txBody>
          <a:bodyPr wrap="square" anchor="ctr" anchorCtr="0">
            <a:spAutoFit/>
          </a:bodyPr>
          <a:lstStyle>
            <a:lvl1pPr>
              <a:buNone/>
              <a:defRPr sz="19000" b="1">
                <a:solidFill>
                  <a:srgbClr val="54CFD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en-US" altLang="ko-KR" dirty="0"/>
              <a:t>1</a:t>
            </a:r>
            <a:endParaRPr kumimoji="1" lang="ko-Kore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E2B818-9085-8741-86C8-47EEDB5B7B65}"/>
              </a:ext>
            </a:extLst>
          </p:cNvPr>
          <p:cNvSpPr txBox="1"/>
          <p:nvPr userDrawn="1"/>
        </p:nvSpPr>
        <p:spPr>
          <a:xfrm>
            <a:off x="845794" y="6580541"/>
            <a:ext cx="26280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ore-KR" sz="1200" dirty="0"/>
              <a:t>copyright © </a:t>
            </a:r>
            <a:r>
              <a:rPr kumimoji="1" lang="en-US" altLang="ko-Kore-KR" sz="1200" dirty="0" err="1"/>
              <a:t>Devedu</a:t>
            </a:r>
            <a:r>
              <a:rPr kumimoji="1" lang="en-US" altLang="ko-Kore-KR" sz="1200" dirty="0"/>
              <a:t>. all rights reserved</a:t>
            </a:r>
            <a:endParaRPr kumimoji="1" lang="ko-Kore-KR" altLang="en-US" sz="1200" dirty="0"/>
          </a:p>
        </p:txBody>
      </p:sp>
      <p:sp>
        <p:nvSpPr>
          <p:cNvPr id="32" name="슬라이드 번호 개체 틀 5">
            <a:extLst>
              <a:ext uri="{FF2B5EF4-FFF2-40B4-BE49-F238E27FC236}">
                <a16:creationId xmlns:a16="http://schemas.microsoft.com/office/drawing/2014/main" id="{DCAFC4AF-F07B-A642-980A-FCEAB01BB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85218"/>
            <a:ext cx="2743200" cy="276999"/>
          </a:xfrm>
        </p:spPr>
        <p:txBody>
          <a:bodyPr>
            <a:spAutoFit/>
          </a:bodyPr>
          <a:lstStyle/>
          <a:p>
            <a:fld id="{192C8BCD-5B35-A34A-B22B-B82F0254BA7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6770392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_본문">
    <p:bg>
      <p:bgPr>
        <a:solidFill>
          <a:srgbClr val="54CF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BA2F3813-9611-B04C-98A8-B2680B4F5D3D}"/>
              </a:ext>
            </a:extLst>
          </p:cNvPr>
          <p:cNvSpPr/>
          <p:nvPr userDrawn="1"/>
        </p:nvSpPr>
        <p:spPr>
          <a:xfrm>
            <a:off x="0" y="0"/>
            <a:ext cx="12192000" cy="658054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E2B818-9085-8741-86C8-47EEDB5B7B65}"/>
              </a:ext>
            </a:extLst>
          </p:cNvPr>
          <p:cNvSpPr txBox="1"/>
          <p:nvPr userDrawn="1"/>
        </p:nvSpPr>
        <p:spPr>
          <a:xfrm>
            <a:off x="845794" y="6580541"/>
            <a:ext cx="26280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ore-KR" sz="1200" dirty="0"/>
              <a:t>copyright © </a:t>
            </a:r>
            <a:r>
              <a:rPr kumimoji="1" lang="en-US" altLang="ko-Kore-KR" sz="1200" dirty="0" err="1"/>
              <a:t>Devedu</a:t>
            </a:r>
            <a:r>
              <a:rPr kumimoji="1" lang="en-US" altLang="ko-Kore-KR" sz="1200" dirty="0"/>
              <a:t>. all rights reserved</a:t>
            </a:r>
            <a:endParaRPr kumimoji="1" lang="ko-Kore-KR" altLang="en-US" sz="1200" dirty="0"/>
          </a:p>
        </p:txBody>
      </p:sp>
      <p:sp>
        <p:nvSpPr>
          <p:cNvPr id="32" name="슬라이드 번호 개체 틀 5">
            <a:extLst>
              <a:ext uri="{FF2B5EF4-FFF2-40B4-BE49-F238E27FC236}">
                <a16:creationId xmlns:a16="http://schemas.microsoft.com/office/drawing/2014/main" id="{DCAFC4AF-F07B-A642-980A-FCEAB01BB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85218"/>
            <a:ext cx="2743200" cy="276999"/>
          </a:xfrm>
        </p:spPr>
        <p:txBody>
          <a:bodyPr>
            <a:spAutoFit/>
          </a:bodyPr>
          <a:lstStyle/>
          <a:p>
            <a:fld id="{192C8BCD-5B35-A34A-B22B-B82F0254BA7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  <p:sp>
        <p:nvSpPr>
          <p:cNvPr id="7" name="다이아몬드 6">
            <a:extLst>
              <a:ext uri="{FF2B5EF4-FFF2-40B4-BE49-F238E27FC236}">
                <a16:creationId xmlns:a16="http://schemas.microsoft.com/office/drawing/2014/main" id="{7C1A53BE-79A1-1443-B395-F66226A9E860}"/>
              </a:ext>
            </a:extLst>
          </p:cNvPr>
          <p:cNvSpPr/>
          <p:nvPr userDrawn="1"/>
        </p:nvSpPr>
        <p:spPr>
          <a:xfrm>
            <a:off x="521264" y="389103"/>
            <a:ext cx="564022" cy="564022"/>
          </a:xfrm>
          <a:prstGeom prst="diamond">
            <a:avLst/>
          </a:prstGeom>
          <a:solidFill>
            <a:srgbClr val="54CF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>
              <a:ln>
                <a:noFill/>
              </a:ln>
            </a:endParaRPr>
          </a:p>
        </p:txBody>
      </p:sp>
      <p:sp>
        <p:nvSpPr>
          <p:cNvPr id="21" name="내용 개체 틀 20">
            <a:extLst>
              <a:ext uri="{FF2B5EF4-FFF2-40B4-BE49-F238E27FC236}">
                <a16:creationId xmlns:a16="http://schemas.microsoft.com/office/drawing/2014/main" id="{5CF5FC27-752C-4740-B570-7C440F0BF4F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63783" y="451302"/>
            <a:ext cx="564021" cy="424732"/>
          </a:xfrm>
        </p:spPr>
        <p:txBody>
          <a:bodyPr wrap="square" anchor="ctr" anchorCtr="0">
            <a:spAutoFit/>
          </a:bodyPr>
          <a:lstStyle>
            <a:lvl1pPr>
              <a:buNone/>
              <a:defRPr sz="2400"/>
            </a:lvl1pPr>
          </a:lstStyle>
          <a:p>
            <a:pPr lvl="0"/>
            <a:r>
              <a:rPr kumimoji="1" lang="en-US" altLang="ko-Kore-KR" dirty="0"/>
              <a:t>0</a:t>
            </a:r>
            <a:r>
              <a:rPr kumimoji="1" lang="en-US" altLang="ko-KR" dirty="0"/>
              <a:t>1</a:t>
            </a:r>
            <a:endParaRPr kumimoji="1" lang="ko-Kore-KR" altLang="en-US" dirty="0"/>
          </a:p>
        </p:txBody>
      </p:sp>
      <p:sp>
        <p:nvSpPr>
          <p:cNvPr id="23" name="내용 개체 틀 22">
            <a:extLst>
              <a:ext uri="{FF2B5EF4-FFF2-40B4-BE49-F238E27FC236}">
                <a16:creationId xmlns:a16="http://schemas.microsoft.com/office/drawing/2014/main" id="{9CBA9637-4268-E34F-A033-852CEB4858C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170323" y="492852"/>
            <a:ext cx="7507512" cy="341632"/>
          </a:xfrm>
        </p:spPr>
        <p:txBody>
          <a:bodyPr wrap="square" anchor="ctr" anchorCtr="0">
            <a:spAutoFit/>
          </a:bodyPr>
          <a:lstStyle>
            <a:lvl1pPr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ko-Kore-KR" altLang="en-US" dirty="0"/>
              <a:t>내용을</a:t>
            </a:r>
            <a:r>
              <a:rPr kumimoji="1" lang="ko-KR" altLang="en-US" dirty="0"/>
              <a:t> 입력해주세요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10623231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_빈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A817A0-D2DA-6D49-A1AD-BB38A5F35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630354D-EFF4-C740-B05B-ABA164468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9CAB323-1000-AE42-8899-8B66CED31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40F8D6-EDB5-6642-890A-B46EEAB9F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0405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E99B43E-A874-4A44-9D5F-415AF7444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0DB9CB-970A-4D4C-A927-880A966129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E738FC-4C5D-4142-8C3F-84800D8651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42D97F-9D10-D045-890B-2F59FC1AFA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657B2E-769E-374D-B908-27DE43920A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2C8BCD-5B35-A34A-B22B-B82F0254BA7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747190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68" r:id="rId1"/>
    <p:sldLayoutId id="2147484260" r:id="rId2"/>
    <p:sldLayoutId id="2147484267" r:id="rId3"/>
    <p:sldLayoutId id="2147484269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2.xml"/><Relationship Id="rId5" Type="http://schemas.openxmlformats.org/officeDocument/2006/relationships/image" Target="../media/image13.png"/><Relationship Id="rId4" Type="http://schemas.openxmlformats.org/officeDocument/2006/relationships/customXml" Target="../ink/ink1.xml"/><Relationship Id="rId9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13" Type="http://schemas.openxmlformats.org/officeDocument/2006/relationships/image" Target="../media/image22.png"/><Relationship Id="rId18" Type="http://schemas.openxmlformats.org/officeDocument/2006/relationships/customXml" Target="../ink/ink11.xml"/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12" Type="http://schemas.openxmlformats.org/officeDocument/2006/relationships/customXml" Target="../ink/ink8.xml"/><Relationship Id="rId17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6" Type="http://schemas.openxmlformats.org/officeDocument/2006/relationships/customXml" Target="../ink/ink10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5.xml"/><Relationship Id="rId11" Type="http://schemas.openxmlformats.org/officeDocument/2006/relationships/image" Target="../media/image21.png"/><Relationship Id="rId5" Type="http://schemas.openxmlformats.org/officeDocument/2006/relationships/image" Target="../media/image18.png"/><Relationship Id="rId15" Type="http://schemas.openxmlformats.org/officeDocument/2006/relationships/image" Target="../media/image23.png"/><Relationship Id="rId10" Type="http://schemas.openxmlformats.org/officeDocument/2006/relationships/customXml" Target="../ink/ink7.xml"/><Relationship Id="rId19" Type="http://schemas.openxmlformats.org/officeDocument/2006/relationships/image" Target="../media/image25.png"/><Relationship Id="rId4" Type="http://schemas.openxmlformats.org/officeDocument/2006/relationships/customXml" Target="../ink/ink4.xml"/><Relationship Id="rId9" Type="http://schemas.openxmlformats.org/officeDocument/2006/relationships/image" Target="../media/image20.png"/><Relationship Id="rId14" Type="http://schemas.openxmlformats.org/officeDocument/2006/relationships/customXml" Target="../ink/ink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EF9C26C8-649C-D542-BAA7-BFA1E0C99AFE}"/>
              </a:ext>
            </a:extLst>
          </p:cNvPr>
          <p:cNvSpPr/>
          <p:nvPr/>
        </p:nvSpPr>
        <p:spPr>
          <a:xfrm>
            <a:off x="0" y="5715000"/>
            <a:ext cx="12192000" cy="970534"/>
          </a:xfrm>
          <a:prstGeom prst="rect">
            <a:avLst/>
          </a:prstGeom>
          <a:solidFill>
            <a:srgbClr val="54CF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FE8520-2EC0-DB4D-910F-FBCAECEE6417}"/>
              </a:ext>
            </a:extLst>
          </p:cNvPr>
          <p:cNvSpPr txBox="1"/>
          <p:nvPr/>
        </p:nvSpPr>
        <p:spPr>
          <a:xfrm>
            <a:off x="7816906" y="5804308"/>
            <a:ext cx="3938960" cy="523149"/>
          </a:xfrm>
          <a:prstGeom prst="rect">
            <a:avLst/>
          </a:prstGeom>
          <a:noFill/>
        </p:spPr>
        <p:txBody>
          <a:bodyPr wrap="square" lIns="91374" tIns="45685" rIns="91374" bIns="45685" rtlCol="0">
            <a:spAutoFit/>
          </a:bodyPr>
          <a:lstStyle/>
          <a:p>
            <a:pPr algn="r"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en-US" altLang="ko-Kore-KR" sz="28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WEB </a:t>
            </a:r>
            <a:r>
              <a:rPr kumimoji="1" lang="ko-KR" altLang="en-US" sz="28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개발 기초 과정</a:t>
            </a:r>
            <a:endParaRPr kumimoji="1" lang="ko-Kore-KR" altLang="en-US" sz="2800" b="1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accent4">
                  <a:lumMod val="20000"/>
                  <a:lumOff val="8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1AAB4F-A5D2-6149-8851-416CBF5FD9F3}"/>
              </a:ext>
            </a:extLst>
          </p:cNvPr>
          <p:cNvSpPr txBox="1"/>
          <p:nvPr/>
        </p:nvSpPr>
        <p:spPr>
          <a:xfrm>
            <a:off x="7532015" y="6240726"/>
            <a:ext cx="4199575" cy="338484"/>
          </a:xfrm>
          <a:prstGeom prst="rect">
            <a:avLst/>
          </a:prstGeom>
          <a:noFill/>
        </p:spPr>
        <p:txBody>
          <a:bodyPr wrap="square" lIns="91374" tIns="45685" rIns="91374" bIns="45685" rtlCol="0">
            <a:spAutoFit/>
          </a:bodyPr>
          <a:lstStyle/>
          <a:p>
            <a:pPr algn="r"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en-US" altLang="ko-Kore-KR" sz="16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HTML  /  CSS  /  JavaScript  /  Python</a:t>
            </a:r>
            <a:endParaRPr kumimoji="1" lang="ko-Kore-KR" altLang="en-US" sz="1600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accent4">
                  <a:lumMod val="20000"/>
                  <a:lumOff val="8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9A614E4-5B9B-6740-9E52-7F078C34E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11" y="382523"/>
            <a:ext cx="11598384" cy="489876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A652478-30A9-DD48-BF60-01AC02DCF526}"/>
              </a:ext>
            </a:extLst>
          </p:cNvPr>
          <p:cNvSpPr txBox="1"/>
          <p:nvPr/>
        </p:nvSpPr>
        <p:spPr>
          <a:xfrm>
            <a:off x="265234" y="5885229"/>
            <a:ext cx="7357463" cy="646260"/>
          </a:xfrm>
          <a:prstGeom prst="rect">
            <a:avLst/>
          </a:prstGeom>
          <a:noFill/>
        </p:spPr>
        <p:txBody>
          <a:bodyPr wrap="square" lIns="91374" tIns="45685" rIns="91374" bIns="45685" rtlCol="0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en-US" altLang="ko-Kore-KR" sz="36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0</a:t>
            </a:r>
            <a:r>
              <a:rPr kumimoji="1" lang="en-US" altLang="ko-KR" sz="36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3</a:t>
            </a:r>
            <a:r>
              <a:rPr kumimoji="1" lang="en-US" altLang="ko-Kore-KR" sz="36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. </a:t>
            </a:r>
            <a:r>
              <a:rPr kumimoji="1" lang="ko-KR" altLang="en-US" sz="36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폼양식과</a:t>
            </a:r>
            <a:r>
              <a:rPr kumimoji="1" lang="ko-KR" altLang="en-US" sz="36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 테이블</a:t>
            </a:r>
            <a:endParaRPr kumimoji="1" lang="ko-Kore-KR" altLang="en-US" sz="3600" b="1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3578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81D4D4C-79AE-5741-9EE3-F9E160AB4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2</a:t>
            </a:fld>
            <a:endParaRPr kumimoji="1" lang="ko-Kore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3DD83C97-C65D-AC4C-9587-0F15414405E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23168" y="2899236"/>
            <a:ext cx="1584713" cy="369332"/>
          </a:xfrm>
        </p:spPr>
        <p:txBody>
          <a:bodyPr/>
          <a:lstStyle/>
          <a:p>
            <a:r>
              <a:rPr lang="ko-Kore-KR" altLang="en-US" dirty="0"/>
              <a:t>폼</a:t>
            </a:r>
            <a:r>
              <a:rPr lang="ko-KR" altLang="en-US" dirty="0"/>
              <a:t>과 테이블</a:t>
            </a:r>
            <a:endParaRPr lang="ko-Kore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5159F52-4DC3-C14E-A3FF-8275A5498E5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183245" y="2899236"/>
            <a:ext cx="548917" cy="369332"/>
          </a:xfrm>
        </p:spPr>
        <p:txBody>
          <a:bodyPr/>
          <a:lstStyle/>
          <a:p>
            <a:r>
              <a:rPr lang="en-US" altLang="ko-Kore-KR" dirty="0"/>
              <a:t>0</a:t>
            </a:r>
            <a:r>
              <a:rPr lang="en-US" altLang="ko-KR" dirty="0"/>
              <a:t>1.</a:t>
            </a:r>
            <a:endParaRPr lang="ko-Kore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CDCE9855-A544-AA4A-B82D-7649D6E28C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31124" y="3360077"/>
            <a:ext cx="1517464" cy="1141851"/>
          </a:xfrm>
        </p:spPr>
        <p:txBody>
          <a:bodyPr/>
          <a:lstStyle/>
          <a:p>
            <a:endParaRPr lang="ko-Kore-KR" altLang="en-US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0D0D6870-BE24-754F-B707-3F36D5E0698C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58792" y="2899236"/>
            <a:ext cx="1584713" cy="369332"/>
          </a:xfrm>
        </p:spPr>
        <p:txBody>
          <a:bodyPr/>
          <a:lstStyle/>
          <a:p>
            <a:r>
              <a:rPr lang="ko-Kore-KR" altLang="en-US" dirty="0"/>
              <a:t>실습</a:t>
            </a: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8CBF2AE7-B954-7441-B641-19B631CD462C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818869" y="2899236"/>
            <a:ext cx="548917" cy="369332"/>
          </a:xfrm>
        </p:spPr>
        <p:txBody>
          <a:bodyPr/>
          <a:lstStyle/>
          <a:p>
            <a:r>
              <a:rPr lang="en-US" altLang="ko-Kore-KR" dirty="0"/>
              <a:t>0</a:t>
            </a:r>
            <a:r>
              <a:rPr lang="en-US" altLang="ko-KR" dirty="0"/>
              <a:t>2.</a:t>
            </a:r>
            <a:endParaRPr lang="ko-Kore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106D008-38D6-AE41-A137-5F5C0DA5E91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66748" y="3360077"/>
            <a:ext cx="1517464" cy="1141851"/>
          </a:xfrm>
        </p:spPr>
        <p:txBody>
          <a:bodyPr/>
          <a:lstStyle/>
          <a:p>
            <a:endParaRPr lang="ko-Kore-KR" altLang="en-US"/>
          </a:p>
        </p:txBody>
      </p:sp>
    </p:spTree>
    <p:extLst>
      <p:ext uri="{BB962C8B-B14F-4D97-AF65-F5344CB8AC3E}">
        <p14:creationId xmlns:p14="http://schemas.microsoft.com/office/powerpoint/2010/main" val="1349134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9AA7D45-296B-5F4A-B4C7-7EA45472CD9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ore-KR" altLang="en-US" dirty="0"/>
              <a:t>폼</a:t>
            </a:r>
            <a:r>
              <a:rPr lang="ko-KR" altLang="en-US" dirty="0"/>
              <a:t>과 테이블</a:t>
            </a:r>
            <a:endParaRPr lang="ko-Kore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6C0D44B4-624A-144C-9C21-7AE6CEFBDD8F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ko-Kore-KR" altLang="en-US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1E95281-7B3F-3943-A8CD-F4D72E7B5443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altLang="ko-Kore-KR" dirty="0"/>
              <a:t>1</a:t>
            </a:r>
            <a:endParaRPr lang="ko-Kore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B1BEDE63-39BD-CC40-B540-B09644167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3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837438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92219FC-0501-8348-A9D0-9150003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4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D11DC3-2C99-6948-936D-52E11BEF96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</a:t>
            </a:r>
            <a:r>
              <a:rPr kumimoji="1" lang="en-US" altLang="ko-KR" dirty="0"/>
              <a:t>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78D4FB-5455-0C4E-AA57-4CEDC9D5454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kumimoji="1" lang="ko-Kore-KR" altLang="en-US" dirty="0"/>
              <a:t>폼</a:t>
            </a:r>
            <a:r>
              <a:rPr kumimoji="1" lang="ko-KR" altLang="en-US" dirty="0"/>
              <a:t> 양식 이란</a:t>
            </a:r>
            <a:r>
              <a:rPr kumimoji="1" lang="en-US" altLang="ko-KR" dirty="0"/>
              <a:t>?</a:t>
            </a:r>
            <a:endParaRPr kumimoji="1" lang="ko-Kore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B24D56-499F-1647-A16B-1304CEA92823}"/>
              </a:ext>
            </a:extLst>
          </p:cNvPr>
          <p:cNvSpPr txBox="1"/>
          <p:nvPr/>
        </p:nvSpPr>
        <p:spPr>
          <a:xfrm>
            <a:off x="1170323" y="946769"/>
            <a:ext cx="7737882" cy="784760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algn="l"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ko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웹 페이지에서 사용자가 키보드로 데이터를 입력하거나 마우스로 </a:t>
            </a: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맑은 고딕" pitchFamily="50" charset="-127"/>
              <a:cs typeface="Arial" panose="020B0604020202020204" pitchFamily="34" charset="0"/>
            </a:endParaRPr>
          </a:p>
          <a:p>
            <a:pPr algn="l"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ko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선택할 수 있는 서식을 폼</a:t>
            </a:r>
            <a:r>
              <a:rPr kumimoji="1" lang="en-US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(Form) </a:t>
            </a:r>
            <a:r>
              <a:rPr kumimoji="1" lang="ko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양식이라고 한다</a:t>
            </a:r>
            <a:r>
              <a:rPr kumimoji="1" lang="en-US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.</a:t>
            </a:r>
            <a:endParaRPr kumimoji="1" lang="ko-Kore-KR" altLang="en-US" sz="2000" b="1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맑은 고딕" pitchFamily="50" charset="-127"/>
              <a:cs typeface="Arial" panose="020B0604020202020204" pitchFamily="34" charset="0"/>
            </a:endParaRPr>
          </a:p>
        </p:txBody>
      </p:sp>
      <p:pic>
        <p:nvPicPr>
          <p:cNvPr id="1026" name="Picture 2" descr="HTML] 회원가입 폼">
            <a:extLst>
              <a:ext uri="{FF2B5EF4-FFF2-40B4-BE49-F238E27FC236}">
                <a16:creationId xmlns:a16="http://schemas.microsoft.com/office/drawing/2014/main" id="{6E661ECE-01BF-6D4E-96D1-8C71830757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3886" y="2013747"/>
            <a:ext cx="4675117" cy="4422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06434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962AD33-EF5E-BC43-A9F6-33BA49541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5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DF9FDD-B898-F544-A612-372CD1D4127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</a:t>
            </a:r>
            <a:r>
              <a:rPr kumimoji="1" lang="en-US" altLang="ko-KR" dirty="0"/>
              <a:t>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98886C-2FE8-634A-9369-AFE12AF12DD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70323" y="492852"/>
            <a:ext cx="7507512" cy="341632"/>
          </a:xfrm>
        </p:spPr>
        <p:txBody>
          <a:bodyPr/>
          <a:lstStyle/>
          <a:p>
            <a:r>
              <a:rPr kumimoji="1" lang="ko-Kore-KR" altLang="en-US" dirty="0"/>
              <a:t>폼</a:t>
            </a:r>
            <a:r>
              <a:rPr kumimoji="1" lang="ko-KR" altLang="en-US" dirty="0"/>
              <a:t> 양식 이란</a:t>
            </a:r>
            <a:r>
              <a:rPr kumimoji="1" lang="en-US" altLang="ko-KR" dirty="0"/>
              <a:t>?</a:t>
            </a:r>
            <a:endParaRPr kumimoji="1" lang="ko-Kore-KR" altLang="en-US" dirty="0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EA31CDC5-60A3-1447-A76D-E5F58E745141}"/>
              </a:ext>
            </a:extLst>
          </p:cNvPr>
          <p:cNvSpPr txBox="1">
            <a:spLocks/>
          </p:cNvSpPr>
          <p:nvPr/>
        </p:nvSpPr>
        <p:spPr>
          <a:xfrm>
            <a:off x="1170323" y="1026581"/>
            <a:ext cx="7507512" cy="31393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 dirty="0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폼 양식 관련 </a:t>
            </a:r>
            <a:r>
              <a:rPr lang="en-US" altLang="ko-KR" sz="1600" dirty="0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HTML </a:t>
            </a:r>
            <a:r>
              <a:rPr lang="ko-KR" altLang="en-US" sz="1600" dirty="0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태그와 속성</a:t>
            </a:r>
            <a:endParaRPr lang="ko-Kore-KR" altLang="en-US" sz="1600" dirty="0">
              <a:solidFill>
                <a:schemeClr val="tx1"/>
              </a:solidFill>
              <a:highlight>
                <a:srgbClr val="6C92D1"/>
              </a:highlight>
              <a:latin typeface="+mj-ea"/>
              <a:ea typeface="+mj-ea"/>
            </a:endParaRPr>
          </a:p>
        </p:txBody>
      </p:sp>
      <p:pic>
        <p:nvPicPr>
          <p:cNvPr id="6" name="그림 5" descr="테이블이(가) 표시된 사진&#10;&#10;자동 생성된 설명">
            <a:extLst>
              <a:ext uri="{FF2B5EF4-FFF2-40B4-BE49-F238E27FC236}">
                <a16:creationId xmlns:a16="http://schemas.microsoft.com/office/drawing/2014/main" id="{CC98D1E8-5584-124C-BF24-83E5868677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875" y="1340513"/>
            <a:ext cx="9455206" cy="492056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BB918E5-3D99-FB4C-9911-1F9AE6404BBA}"/>
              </a:ext>
            </a:extLst>
          </p:cNvPr>
          <p:cNvSpPr txBox="1"/>
          <p:nvPr/>
        </p:nvSpPr>
        <p:spPr>
          <a:xfrm>
            <a:off x="9638229" y="6261079"/>
            <a:ext cx="2553771" cy="261539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ko-Kore-KR" altLang="en-US" sz="11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출처</a:t>
            </a:r>
            <a:r>
              <a:rPr kumimoji="1" lang="ko-KR" altLang="en-US" sz="11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 </a:t>
            </a:r>
            <a:r>
              <a:rPr kumimoji="1" lang="en-US" altLang="ko-KR" sz="11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:</a:t>
            </a:r>
            <a:r>
              <a:rPr kumimoji="1" lang="ko-KR" altLang="en-US" sz="11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 </a:t>
            </a:r>
            <a:r>
              <a:rPr kumimoji="1" lang="en" altLang="ko-KR" sz="11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https://</a:t>
            </a:r>
            <a:r>
              <a:rPr kumimoji="1" lang="en" altLang="ko-KR" sz="11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dolma.tistory.com</a:t>
            </a:r>
            <a:r>
              <a:rPr kumimoji="1" lang="en" altLang="ko-KR" sz="11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/20</a:t>
            </a:r>
            <a:endParaRPr kumimoji="1" lang="ko-Kore-KR" altLang="en-US" sz="1100" b="1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맑은 고딕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2563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962AD33-EF5E-BC43-A9F6-33BA49541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6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DF9FDD-B898-F544-A612-372CD1D4127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</a:t>
            </a:r>
            <a:r>
              <a:rPr kumimoji="1" lang="en-US" altLang="ko-KR" dirty="0"/>
              <a:t>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98886C-2FE8-634A-9369-AFE12AF12DD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70323" y="492852"/>
            <a:ext cx="7507512" cy="341632"/>
          </a:xfrm>
        </p:spPr>
        <p:txBody>
          <a:bodyPr/>
          <a:lstStyle/>
          <a:p>
            <a:r>
              <a:rPr kumimoji="1" lang="ko-Kore-KR" altLang="en-US" dirty="0"/>
              <a:t>폼</a:t>
            </a:r>
            <a:r>
              <a:rPr kumimoji="1" lang="ko-KR" altLang="en-US" dirty="0"/>
              <a:t> 양식 이란</a:t>
            </a:r>
            <a:r>
              <a:rPr kumimoji="1" lang="en-US" altLang="ko-KR" dirty="0"/>
              <a:t>?</a:t>
            </a:r>
            <a:endParaRPr kumimoji="1" lang="ko-Kore-KR" altLang="en-US" dirty="0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EA31CDC5-60A3-1447-A76D-E5F58E745141}"/>
              </a:ext>
            </a:extLst>
          </p:cNvPr>
          <p:cNvSpPr txBox="1">
            <a:spLocks/>
          </p:cNvSpPr>
          <p:nvPr/>
        </p:nvSpPr>
        <p:spPr>
          <a:xfrm>
            <a:off x="1170323" y="1026581"/>
            <a:ext cx="7507512" cy="31393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 dirty="0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폼 양식 관련 </a:t>
            </a:r>
            <a:r>
              <a:rPr lang="en-US" altLang="ko-KR" sz="1600" dirty="0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HTML </a:t>
            </a:r>
            <a:r>
              <a:rPr lang="ko-KR" altLang="en-US" sz="1600" dirty="0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태그와 속성</a:t>
            </a:r>
            <a:endParaRPr lang="ko-Kore-KR" altLang="en-US" sz="1600" dirty="0">
              <a:solidFill>
                <a:schemeClr val="tx1"/>
              </a:solidFill>
              <a:highlight>
                <a:srgbClr val="6C92D1"/>
              </a:highlight>
              <a:latin typeface="+mj-ea"/>
              <a:ea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B918E5-3D99-FB4C-9911-1F9AE6404BBA}"/>
              </a:ext>
            </a:extLst>
          </p:cNvPr>
          <p:cNvSpPr txBox="1"/>
          <p:nvPr/>
        </p:nvSpPr>
        <p:spPr>
          <a:xfrm>
            <a:off x="9638229" y="6261079"/>
            <a:ext cx="2553771" cy="261539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ko-Kore-KR" altLang="en-US" sz="11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출처</a:t>
            </a:r>
            <a:r>
              <a:rPr kumimoji="1" lang="ko-KR" altLang="en-US" sz="11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 </a:t>
            </a:r>
            <a:r>
              <a:rPr kumimoji="1" lang="en-US" altLang="ko-KR" sz="11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:</a:t>
            </a:r>
            <a:r>
              <a:rPr kumimoji="1" lang="ko-KR" altLang="en-US" sz="11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 </a:t>
            </a:r>
            <a:r>
              <a:rPr kumimoji="1" lang="en" altLang="ko-KR" sz="11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https://</a:t>
            </a:r>
            <a:r>
              <a:rPr kumimoji="1" lang="en" altLang="ko-KR" sz="11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dolma.tistory.com</a:t>
            </a:r>
            <a:r>
              <a:rPr kumimoji="1" lang="en" altLang="ko-KR" sz="11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/20</a:t>
            </a:r>
            <a:endParaRPr kumimoji="1" lang="ko-Kore-KR" altLang="en-US" sz="1100" b="1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맑은 고딕" pitchFamily="50" charset="-127"/>
              <a:cs typeface="Arial" panose="020B0604020202020204" pitchFamily="34" charset="0"/>
            </a:endParaRPr>
          </a:p>
        </p:txBody>
      </p:sp>
      <p:pic>
        <p:nvPicPr>
          <p:cNvPr id="8" name="그림 7" descr="테이블이(가) 표시된 사진&#10;&#10;자동 생성된 설명">
            <a:extLst>
              <a:ext uri="{FF2B5EF4-FFF2-40B4-BE49-F238E27FC236}">
                <a16:creationId xmlns:a16="http://schemas.microsoft.com/office/drawing/2014/main" id="{33B57F35-4D6B-0B46-A903-E2D314C6C7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950" y="2458029"/>
            <a:ext cx="11214100" cy="2286000"/>
          </a:xfrm>
          <a:prstGeom prst="rect">
            <a:avLst/>
          </a:prstGeom>
        </p:spPr>
      </p:pic>
      <p:sp>
        <p:nvSpPr>
          <p:cNvPr id="11" name="내용 개체 틀 3">
            <a:extLst>
              <a:ext uri="{FF2B5EF4-FFF2-40B4-BE49-F238E27FC236}">
                <a16:creationId xmlns:a16="http://schemas.microsoft.com/office/drawing/2014/main" id="{2D9789F5-CAD5-4844-A6DF-97FFC6546BDF}"/>
              </a:ext>
            </a:extLst>
          </p:cNvPr>
          <p:cNvSpPr txBox="1">
            <a:spLocks/>
          </p:cNvSpPr>
          <p:nvPr/>
        </p:nvSpPr>
        <p:spPr>
          <a:xfrm>
            <a:off x="1170323" y="1364816"/>
            <a:ext cx="9851354" cy="375231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1400" b="0" dirty="0">
                <a:latin typeface="+mj-ea"/>
                <a:ea typeface="+mj-ea"/>
              </a:rPr>
              <a:t>사용자가 입력한 데이터를 처리하기 위해서는 </a:t>
            </a:r>
            <a:r>
              <a:rPr lang="en-US" altLang="ko-KR" sz="1400" b="0" dirty="0">
                <a:latin typeface="+mj-ea"/>
                <a:ea typeface="+mj-ea"/>
              </a:rPr>
              <a:t>JS, PHP, JSP </a:t>
            </a:r>
            <a:r>
              <a:rPr lang="ko-KR" altLang="en-US" sz="1400" b="0" dirty="0">
                <a:latin typeface="+mj-ea"/>
                <a:ea typeface="+mj-ea"/>
              </a:rPr>
              <a:t>등과 같은 언어가 필요함</a:t>
            </a:r>
            <a:endParaRPr lang="ko-Kore-KR" altLang="en-US" sz="1400" b="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52061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962AD33-EF5E-BC43-A9F6-33BA49541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7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DF9FDD-B898-F544-A612-372CD1D4127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</a:t>
            </a:r>
            <a:r>
              <a:rPr kumimoji="1" lang="en-US" altLang="ko-KR" dirty="0"/>
              <a:t>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98886C-2FE8-634A-9369-AFE12AF12DD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70323" y="492852"/>
            <a:ext cx="7507512" cy="341632"/>
          </a:xfrm>
        </p:spPr>
        <p:txBody>
          <a:bodyPr/>
          <a:lstStyle/>
          <a:p>
            <a:r>
              <a:rPr lang="ko-Kore-KR" altLang="en-US" dirty="0"/>
              <a:t>폼</a:t>
            </a:r>
            <a:r>
              <a:rPr lang="ko-KR" altLang="en-US" dirty="0"/>
              <a:t>과 테이블</a:t>
            </a:r>
            <a:endParaRPr lang="ko-Kore-KR" altLang="en-US" dirty="0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EA31CDC5-60A3-1447-A76D-E5F58E745141}"/>
              </a:ext>
            </a:extLst>
          </p:cNvPr>
          <p:cNvSpPr txBox="1">
            <a:spLocks/>
          </p:cNvSpPr>
          <p:nvPr/>
        </p:nvSpPr>
        <p:spPr>
          <a:xfrm>
            <a:off x="1170323" y="1026581"/>
            <a:ext cx="7507512" cy="31393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ore-KR" sz="1600" dirty="0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&lt;input&gt; - </a:t>
            </a:r>
            <a:r>
              <a:rPr lang="ko-KR" altLang="en-US" sz="1600" dirty="0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입력 요소 </a:t>
            </a:r>
            <a:r>
              <a:rPr lang="en-US" altLang="ko-KR" sz="1600" dirty="0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(text , password)</a:t>
            </a:r>
            <a:endParaRPr lang="ko-Kore-KR" altLang="en-US" sz="1600" dirty="0">
              <a:solidFill>
                <a:schemeClr val="tx1"/>
              </a:solidFill>
              <a:highlight>
                <a:srgbClr val="6C92D1"/>
              </a:highlight>
              <a:latin typeface="+mj-ea"/>
              <a:ea typeface="+mj-ea"/>
            </a:endParaRPr>
          </a:p>
        </p:txBody>
      </p:sp>
      <p:pic>
        <p:nvPicPr>
          <p:cNvPr id="13" name="그림 12" descr="텍스트이(가) 표시된 사진&#10;&#10;자동 생성된 설명">
            <a:extLst>
              <a:ext uri="{FF2B5EF4-FFF2-40B4-BE49-F238E27FC236}">
                <a16:creationId xmlns:a16="http://schemas.microsoft.com/office/drawing/2014/main" id="{77BBA84D-D78A-6040-9855-6495C8F2B6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200" y="1458598"/>
            <a:ext cx="102616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4847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962AD33-EF5E-BC43-A9F6-33BA49541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8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DF9FDD-B898-F544-A612-372CD1D4127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</a:t>
            </a:r>
            <a:r>
              <a:rPr kumimoji="1" lang="en-US" altLang="ko-KR" dirty="0"/>
              <a:t>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98886C-2FE8-634A-9369-AFE12AF12DD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70323" y="492852"/>
            <a:ext cx="7507512" cy="341632"/>
          </a:xfrm>
        </p:spPr>
        <p:txBody>
          <a:bodyPr/>
          <a:lstStyle/>
          <a:p>
            <a:r>
              <a:rPr lang="ko-Kore-KR" altLang="en-US" dirty="0"/>
              <a:t>폼</a:t>
            </a:r>
            <a:r>
              <a:rPr lang="ko-KR" altLang="en-US" dirty="0"/>
              <a:t>과 테이블</a:t>
            </a:r>
            <a:endParaRPr lang="ko-Kore-KR" altLang="en-US" dirty="0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EA31CDC5-60A3-1447-A76D-E5F58E745141}"/>
              </a:ext>
            </a:extLst>
          </p:cNvPr>
          <p:cNvSpPr txBox="1">
            <a:spLocks/>
          </p:cNvSpPr>
          <p:nvPr/>
        </p:nvSpPr>
        <p:spPr>
          <a:xfrm>
            <a:off x="1170323" y="1026581"/>
            <a:ext cx="7507512" cy="31393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ore-KR" sz="1600" dirty="0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&lt;input&gt; - </a:t>
            </a:r>
            <a:r>
              <a:rPr lang="ko-KR" altLang="en-US" sz="1600" dirty="0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입력 요소 </a:t>
            </a:r>
            <a:r>
              <a:rPr lang="en-US" altLang="ko-KR" sz="1600" dirty="0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(radio , checkbox)</a:t>
            </a:r>
            <a:endParaRPr lang="ko-Kore-KR" altLang="en-US" sz="1600" dirty="0">
              <a:solidFill>
                <a:schemeClr val="tx1"/>
              </a:solidFill>
              <a:highlight>
                <a:srgbClr val="6C92D1"/>
              </a:highlight>
              <a:latin typeface="+mj-ea"/>
              <a:ea typeface="+mj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BEE7DA5-2EA2-2240-8334-8695D535F0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900" y="1448996"/>
            <a:ext cx="10236200" cy="474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39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962AD33-EF5E-BC43-A9F6-33BA49541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9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DF9FDD-B898-F544-A612-372CD1D4127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</a:t>
            </a:r>
            <a:r>
              <a:rPr kumimoji="1" lang="en-US" altLang="ko-KR" dirty="0"/>
              <a:t>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98886C-2FE8-634A-9369-AFE12AF12DD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70323" y="492852"/>
            <a:ext cx="7507512" cy="341632"/>
          </a:xfrm>
        </p:spPr>
        <p:txBody>
          <a:bodyPr/>
          <a:lstStyle/>
          <a:p>
            <a:r>
              <a:rPr lang="ko-Kore-KR" altLang="en-US" dirty="0"/>
              <a:t>폼</a:t>
            </a:r>
            <a:r>
              <a:rPr lang="ko-KR" altLang="en-US" dirty="0"/>
              <a:t>과 테이블</a:t>
            </a:r>
            <a:endParaRPr lang="ko-Kore-KR" altLang="en-US" dirty="0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EA31CDC5-60A3-1447-A76D-E5F58E745141}"/>
              </a:ext>
            </a:extLst>
          </p:cNvPr>
          <p:cNvSpPr txBox="1">
            <a:spLocks/>
          </p:cNvSpPr>
          <p:nvPr/>
        </p:nvSpPr>
        <p:spPr>
          <a:xfrm>
            <a:off x="1170323" y="1026581"/>
            <a:ext cx="7507512" cy="31393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ore-KR" sz="1600" dirty="0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&lt;input&gt; - </a:t>
            </a:r>
            <a:r>
              <a:rPr lang="ko-KR" altLang="en-US" sz="1600" dirty="0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입력 요소 </a:t>
            </a:r>
            <a:r>
              <a:rPr lang="en-US" altLang="ko-KR" sz="1600" dirty="0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(file , button , submit , reset)</a:t>
            </a:r>
            <a:endParaRPr lang="ko-Kore-KR" altLang="en-US" sz="1600" dirty="0">
              <a:solidFill>
                <a:schemeClr val="tx1"/>
              </a:solidFill>
              <a:highlight>
                <a:srgbClr val="6C92D1"/>
              </a:highlight>
              <a:latin typeface="+mj-ea"/>
              <a:ea typeface="+mj-ea"/>
            </a:endParaRPr>
          </a:p>
        </p:txBody>
      </p:sp>
      <p:pic>
        <p:nvPicPr>
          <p:cNvPr id="8" name="그림 7" descr="텍스트이(가) 표시된 사진&#10;&#10;자동 생성된 설명">
            <a:extLst>
              <a:ext uri="{FF2B5EF4-FFF2-40B4-BE49-F238E27FC236}">
                <a16:creationId xmlns:a16="http://schemas.microsoft.com/office/drawing/2014/main" id="{D4C1B7DE-9253-4740-BFDE-7C062633AA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900" y="1532610"/>
            <a:ext cx="10236200" cy="427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229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962AD33-EF5E-BC43-A9F6-33BA49541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10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DF9FDD-B898-F544-A612-372CD1D4127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</a:t>
            </a:r>
            <a:r>
              <a:rPr kumimoji="1" lang="en-US" altLang="ko-KR" dirty="0"/>
              <a:t>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98886C-2FE8-634A-9369-AFE12AF12DD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70323" y="492852"/>
            <a:ext cx="7507512" cy="341632"/>
          </a:xfrm>
        </p:spPr>
        <p:txBody>
          <a:bodyPr/>
          <a:lstStyle/>
          <a:p>
            <a:r>
              <a:rPr lang="ko-Kore-KR" altLang="en-US" dirty="0"/>
              <a:t>폼</a:t>
            </a:r>
            <a:r>
              <a:rPr lang="ko-KR" altLang="en-US" dirty="0"/>
              <a:t>과 테이블</a:t>
            </a:r>
            <a:endParaRPr lang="ko-Kore-KR" altLang="en-US" dirty="0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EA31CDC5-60A3-1447-A76D-E5F58E745141}"/>
              </a:ext>
            </a:extLst>
          </p:cNvPr>
          <p:cNvSpPr txBox="1">
            <a:spLocks/>
          </p:cNvSpPr>
          <p:nvPr/>
        </p:nvSpPr>
        <p:spPr>
          <a:xfrm>
            <a:off x="1170323" y="1026581"/>
            <a:ext cx="7507512" cy="31393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ore-KR" sz="1600" dirty="0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&lt;input&gt; - </a:t>
            </a:r>
            <a:r>
              <a:rPr lang="ko-KR" altLang="en-US" sz="1600" dirty="0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주요 속성</a:t>
            </a:r>
            <a:endParaRPr lang="ko-Kore-KR" altLang="en-US" sz="1600" dirty="0">
              <a:solidFill>
                <a:schemeClr val="tx1"/>
              </a:solidFill>
              <a:highlight>
                <a:srgbClr val="6C92D1"/>
              </a:highlight>
              <a:latin typeface="+mj-ea"/>
              <a:ea typeface="+mj-ea"/>
            </a:endParaRPr>
          </a:p>
        </p:txBody>
      </p:sp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3B74E543-73DD-9643-B35D-359FF4552E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445" y="1433397"/>
            <a:ext cx="10261600" cy="483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4239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962AD33-EF5E-BC43-A9F6-33BA49541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11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DF9FDD-B898-F544-A612-372CD1D4127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</a:t>
            </a:r>
            <a:r>
              <a:rPr kumimoji="1" lang="en-US" altLang="ko-KR" dirty="0"/>
              <a:t>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98886C-2FE8-634A-9369-AFE12AF12DD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70323" y="492852"/>
            <a:ext cx="7507512" cy="341632"/>
          </a:xfrm>
        </p:spPr>
        <p:txBody>
          <a:bodyPr/>
          <a:lstStyle/>
          <a:p>
            <a:r>
              <a:rPr lang="ko-Kore-KR" altLang="en-US" dirty="0"/>
              <a:t>폼</a:t>
            </a:r>
            <a:r>
              <a:rPr lang="ko-KR" altLang="en-US" dirty="0"/>
              <a:t>과 테이블</a:t>
            </a:r>
            <a:endParaRPr lang="ko-Kore-KR" altLang="en-US" dirty="0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EA31CDC5-60A3-1447-A76D-E5F58E745141}"/>
              </a:ext>
            </a:extLst>
          </p:cNvPr>
          <p:cNvSpPr txBox="1">
            <a:spLocks/>
          </p:cNvSpPr>
          <p:nvPr/>
        </p:nvSpPr>
        <p:spPr>
          <a:xfrm>
            <a:off x="1170323" y="1026581"/>
            <a:ext cx="7507512" cy="31393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ore-KR" sz="1600" dirty="0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&lt;input&gt; - </a:t>
            </a:r>
            <a:r>
              <a:rPr lang="ko-KR" altLang="en-US" sz="1600" dirty="0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주요 속성</a:t>
            </a:r>
            <a:endParaRPr lang="ko-Kore-KR" altLang="en-US" sz="1600" dirty="0">
              <a:solidFill>
                <a:schemeClr val="tx1"/>
              </a:solidFill>
              <a:highlight>
                <a:srgbClr val="6C92D1"/>
              </a:highlight>
              <a:latin typeface="+mj-ea"/>
              <a:ea typeface="+mj-ea"/>
            </a:endParaRPr>
          </a:p>
        </p:txBody>
      </p:sp>
      <p:pic>
        <p:nvPicPr>
          <p:cNvPr id="8" name="그림 7" descr="테이블이(가) 표시된 사진&#10;&#10;자동 생성된 설명">
            <a:extLst>
              <a:ext uri="{FF2B5EF4-FFF2-40B4-BE49-F238E27FC236}">
                <a16:creationId xmlns:a16="http://schemas.microsoft.com/office/drawing/2014/main" id="{BF03053E-8080-254D-9D72-26B86C3B20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911" y="1483974"/>
            <a:ext cx="10563457" cy="4636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3563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962AD33-EF5E-BC43-A9F6-33BA49541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12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DF9FDD-B898-F544-A612-372CD1D4127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</a:t>
            </a:r>
            <a:r>
              <a:rPr kumimoji="1" lang="en-US" altLang="ko-KR" dirty="0"/>
              <a:t>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98886C-2FE8-634A-9369-AFE12AF12DD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70323" y="492852"/>
            <a:ext cx="7507512" cy="341632"/>
          </a:xfrm>
        </p:spPr>
        <p:txBody>
          <a:bodyPr/>
          <a:lstStyle/>
          <a:p>
            <a:r>
              <a:rPr lang="ko-Kore-KR" altLang="en-US" dirty="0"/>
              <a:t>폼</a:t>
            </a:r>
            <a:r>
              <a:rPr lang="ko-KR" altLang="en-US" dirty="0"/>
              <a:t>과 테이블</a:t>
            </a:r>
            <a:endParaRPr lang="ko-Kore-KR" altLang="en-US" dirty="0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EA31CDC5-60A3-1447-A76D-E5F58E745141}"/>
              </a:ext>
            </a:extLst>
          </p:cNvPr>
          <p:cNvSpPr txBox="1">
            <a:spLocks/>
          </p:cNvSpPr>
          <p:nvPr/>
        </p:nvSpPr>
        <p:spPr>
          <a:xfrm>
            <a:off x="1170323" y="1026581"/>
            <a:ext cx="7507512" cy="31393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600" dirty="0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&lt;select&gt;&lt;option&gt; - </a:t>
            </a:r>
            <a:r>
              <a:rPr lang="ko-KR" altLang="en-US" sz="1600" dirty="0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선택 박스</a:t>
            </a:r>
            <a:endParaRPr lang="ko-Kore-KR" altLang="en-US" sz="1600" dirty="0">
              <a:solidFill>
                <a:schemeClr val="tx1"/>
              </a:solidFill>
              <a:highlight>
                <a:srgbClr val="6C92D1"/>
              </a:highlight>
              <a:latin typeface="+mj-ea"/>
              <a:ea typeface="+mj-ea"/>
            </a:endParaRPr>
          </a:p>
        </p:txBody>
      </p:sp>
      <p:pic>
        <p:nvPicPr>
          <p:cNvPr id="10" name="그림 9" descr="텍스트이(가) 표시된 사진&#10;&#10;자동 생성된 설명">
            <a:extLst>
              <a:ext uri="{FF2B5EF4-FFF2-40B4-BE49-F238E27FC236}">
                <a16:creationId xmlns:a16="http://schemas.microsoft.com/office/drawing/2014/main" id="{993B0E16-AFA1-7C42-B131-D93D1CE1DB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150" y="1416050"/>
            <a:ext cx="10299700" cy="402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173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962AD33-EF5E-BC43-A9F6-33BA49541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13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DF9FDD-B898-F544-A612-372CD1D4127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</a:t>
            </a:r>
            <a:r>
              <a:rPr kumimoji="1" lang="en-US" altLang="ko-KR" dirty="0"/>
              <a:t>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98886C-2FE8-634A-9369-AFE12AF12DD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70323" y="492852"/>
            <a:ext cx="7507512" cy="341632"/>
          </a:xfrm>
        </p:spPr>
        <p:txBody>
          <a:bodyPr/>
          <a:lstStyle/>
          <a:p>
            <a:r>
              <a:rPr lang="ko-Kore-KR" altLang="en-US" dirty="0"/>
              <a:t>폼</a:t>
            </a:r>
            <a:r>
              <a:rPr lang="ko-KR" altLang="en-US" dirty="0"/>
              <a:t>과 테이블</a:t>
            </a:r>
            <a:endParaRPr lang="ko-Kore-KR" altLang="en-US" dirty="0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EA31CDC5-60A3-1447-A76D-E5F58E745141}"/>
              </a:ext>
            </a:extLst>
          </p:cNvPr>
          <p:cNvSpPr txBox="1">
            <a:spLocks/>
          </p:cNvSpPr>
          <p:nvPr/>
        </p:nvSpPr>
        <p:spPr>
          <a:xfrm>
            <a:off x="1170323" y="1026581"/>
            <a:ext cx="7507512" cy="31393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600" dirty="0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&lt;</a:t>
            </a:r>
            <a:r>
              <a:rPr lang="en-US" altLang="ko-KR" sz="1600" dirty="0" err="1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textarea</a:t>
            </a:r>
            <a:r>
              <a:rPr lang="en-US" altLang="ko-KR" sz="1600" dirty="0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&gt; - </a:t>
            </a:r>
            <a:r>
              <a:rPr lang="ko-KR" altLang="en-US" sz="1600" dirty="0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다중 입력 창</a:t>
            </a:r>
            <a:endParaRPr lang="ko-Kore-KR" altLang="en-US" sz="1600" dirty="0">
              <a:solidFill>
                <a:schemeClr val="tx1"/>
              </a:solidFill>
              <a:highlight>
                <a:srgbClr val="6C92D1"/>
              </a:highlight>
              <a:latin typeface="+mj-ea"/>
              <a:ea typeface="+mj-ea"/>
            </a:endParaRPr>
          </a:p>
        </p:txBody>
      </p:sp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F2BDE763-8C47-8245-9C65-E54298CAE1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100" y="1614351"/>
            <a:ext cx="10299700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9938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962AD33-EF5E-BC43-A9F6-33BA49541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14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DF9FDD-B898-F544-A612-372CD1D4127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</a:t>
            </a:r>
            <a:r>
              <a:rPr kumimoji="1" lang="en-US" altLang="ko-KR" dirty="0"/>
              <a:t>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98886C-2FE8-634A-9369-AFE12AF12DD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70323" y="492852"/>
            <a:ext cx="7507512" cy="341632"/>
          </a:xfrm>
        </p:spPr>
        <p:txBody>
          <a:bodyPr/>
          <a:lstStyle/>
          <a:p>
            <a:r>
              <a:rPr lang="ko-Kore-KR" altLang="en-US" dirty="0"/>
              <a:t>폼</a:t>
            </a:r>
            <a:r>
              <a:rPr lang="ko-KR" altLang="en-US" dirty="0"/>
              <a:t>과 테이블</a:t>
            </a:r>
            <a:endParaRPr lang="ko-Kore-KR" altLang="en-US" dirty="0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EA31CDC5-60A3-1447-A76D-E5F58E745141}"/>
              </a:ext>
            </a:extLst>
          </p:cNvPr>
          <p:cNvSpPr txBox="1">
            <a:spLocks/>
          </p:cNvSpPr>
          <p:nvPr/>
        </p:nvSpPr>
        <p:spPr>
          <a:xfrm>
            <a:off x="1170323" y="1026581"/>
            <a:ext cx="7507512" cy="31393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ore-KR" sz="1600" dirty="0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&lt;table&gt;&lt;tr&gt;&lt;</a:t>
            </a:r>
            <a:r>
              <a:rPr lang="en-US" altLang="ko-Kore-KR" sz="1600" dirty="0" err="1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th</a:t>
            </a:r>
            <a:r>
              <a:rPr lang="en-US" altLang="ko-Kore-KR" sz="1600" dirty="0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&gt;&lt;td&gt; - </a:t>
            </a:r>
            <a:r>
              <a:rPr lang="ko-KR" altLang="en-US" sz="1600" dirty="0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테이블</a:t>
            </a:r>
            <a:endParaRPr lang="ko-Kore-KR" altLang="en-US" sz="1600" dirty="0">
              <a:solidFill>
                <a:schemeClr val="tx1"/>
              </a:solidFill>
              <a:highlight>
                <a:srgbClr val="6C92D1"/>
              </a:highlight>
              <a:latin typeface="+mj-ea"/>
              <a:ea typeface="+mj-ea"/>
            </a:endParaRPr>
          </a:p>
        </p:txBody>
      </p:sp>
      <p:pic>
        <p:nvPicPr>
          <p:cNvPr id="8" name="그림 7" descr="텍스트이(가) 표시된 사진&#10;&#10;자동 생성된 설명">
            <a:extLst>
              <a:ext uri="{FF2B5EF4-FFF2-40B4-BE49-F238E27FC236}">
                <a16:creationId xmlns:a16="http://schemas.microsoft.com/office/drawing/2014/main" id="{5DA69DE1-046A-AE40-B2E8-A4D22DC510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625" y="1366999"/>
            <a:ext cx="9321931" cy="536786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5" name="잉크 14">
                <a:extLst>
                  <a:ext uri="{FF2B5EF4-FFF2-40B4-BE49-F238E27FC236}">
                    <a16:creationId xmlns:a16="http://schemas.microsoft.com/office/drawing/2014/main" id="{DDE89973-D435-9B4A-9F06-32850C248628}"/>
                  </a:ext>
                </a:extLst>
              </p14:cNvPr>
              <p14:cNvContentPartPr/>
              <p14:nvPr/>
            </p14:nvContentPartPr>
            <p14:xfrm>
              <a:off x="2366166" y="2838100"/>
              <a:ext cx="367920" cy="16560"/>
            </p14:xfrm>
          </p:contentPart>
        </mc:Choice>
        <mc:Fallback xmlns="">
          <p:pic>
            <p:nvPicPr>
              <p:cNvPr id="15" name="잉크 14">
                <a:extLst>
                  <a:ext uri="{FF2B5EF4-FFF2-40B4-BE49-F238E27FC236}">
                    <a16:creationId xmlns:a16="http://schemas.microsoft.com/office/drawing/2014/main" id="{DDE89973-D435-9B4A-9F06-32850C24862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57526" y="2829100"/>
                <a:ext cx="38556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6" name="잉크 15">
                <a:extLst>
                  <a:ext uri="{FF2B5EF4-FFF2-40B4-BE49-F238E27FC236}">
                    <a16:creationId xmlns:a16="http://schemas.microsoft.com/office/drawing/2014/main" id="{111CB595-A5B1-4148-87EC-0DE48A69EE6F}"/>
                  </a:ext>
                </a:extLst>
              </p14:cNvPr>
              <p14:cNvContentPartPr/>
              <p14:nvPr/>
            </p14:nvContentPartPr>
            <p14:xfrm>
              <a:off x="2373006" y="3583300"/>
              <a:ext cx="362160" cy="9720"/>
            </p14:xfrm>
          </p:contentPart>
        </mc:Choice>
        <mc:Fallback xmlns="">
          <p:pic>
            <p:nvPicPr>
              <p:cNvPr id="16" name="잉크 15">
                <a:extLst>
                  <a:ext uri="{FF2B5EF4-FFF2-40B4-BE49-F238E27FC236}">
                    <a16:creationId xmlns:a16="http://schemas.microsoft.com/office/drawing/2014/main" id="{111CB595-A5B1-4148-87EC-0DE48A69EE6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364366" y="3574660"/>
                <a:ext cx="37980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7" name="잉크 16">
                <a:extLst>
                  <a:ext uri="{FF2B5EF4-FFF2-40B4-BE49-F238E27FC236}">
                    <a16:creationId xmlns:a16="http://schemas.microsoft.com/office/drawing/2014/main" id="{DF90416F-9FCC-B540-AE5A-97C9E68A3159}"/>
                  </a:ext>
                </a:extLst>
              </p14:cNvPr>
              <p14:cNvContentPartPr/>
              <p14:nvPr/>
            </p14:nvContentPartPr>
            <p14:xfrm>
              <a:off x="2160966" y="2561620"/>
              <a:ext cx="384120" cy="11880"/>
            </p14:xfrm>
          </p:contentPart>
        </mc:Choice>
        <mc:Fallback xmlns="">
          <p:pic>
            <p:nvPicPr>
              <p:cNvPr id="17" name="잉크 16">
                <a:extLst>
                  <a:ext uri="{FF2B5EF4-FFF2-40B4-BE49-F238E27FC236}">
                    <a16:creationId xmlns:a16="http://schemas.microsoft.com/office/drawing/2014/main" id="{DF90416F-9FCC-B540-AE5A-97C9E68A315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152326" y="2552980"/>
                <a:ext cx="401760" cy="29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153211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962AD33-EF5E-BC43-A9F6-33BA49541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15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DF9FDD-B898-F544-A612-372CD1D4127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</a:t>
            </a:r>
            <a:r>
              <a:rPr kumimoji="1" lang="en-US" altLang="ko-KR" dirty="0"/>
              <a:t>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98886C-2FE8-634A-9369-AFE12AF12DD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70323" y="492852"/>
            <a:ext cx="7507512" cy="341632"/>
          </a:xfrm>
        </p:spPr>
        <p:txBody>
          <a:bodyPr/>
          <a:lstStyle/>
          <a:p>
            <a:r>
              <a:rPr lang="ko-Kore-KR" altLang="en-US" dirty="0"/>
              <a:t>폼</a:t>
            </a:r>
            <a:r>
              <a:rPr lang="ko-KR" altLang="en-US" dirty="0"/>
              <a:t>과 테이블</a:t>
            </a:r>
            <a:endParaRPr lang="ko-Kore-KR" altLang="en-US" dirty="0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EA31CDC5-60A3-1447-A76D-E5F58E745141}"/>
              </a:ext>
            </a:extLst>
          </p:cNvPr>
          <p:cNvSpPr txBox="1">
            <a:spLocks/>
          </p:cNvSpPr>
          <p:nvPr/>
        </p:nvSpPr>
        <p:spPr>
          <a:xfrm>
            <a:off x="1170323" y="1026581"/>
            <a:ext cx="7507512" cy="31393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ore-KR" sz="1600" dirty="0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&lt;table&gt;&lt;tr&gt;&lt;</a:t>
            </a:r>
            <a:r>
              <a:rPr lang="en-US" altLang="ko-Kore-KR" sz="1600" dirty="0" err="1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th</a:t>
            </a:r>
            <a:r>
              <a:rPr lang="en-US" altLang="ko-Kore-KR" sz="1600" dirty="0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&gt;&lt;td&gt; - </a:t>
            </a:r>
            <a:r>
              <a:rPr lang="ko-KR" altLang="en-US" sz="1600" dirty="0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테이블</a:t>
            </a:r>
            <a:endParaRPr lang="ko-Kore-KR" altLang="en-US" sz="1600" dirty="0">
              <a:solidFill>
                <a:schemeClr val="tx1"/>
              </a:solidFill>
              <a:highlight>
                <a:srgbClr val="6C92D1"/>
              </a:highlight>
              <a:latin typeface="+mj-ea"/>
              <a:ea typeface="+mj-ea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14998FE-E26B-1844-BD17-96DF97F50C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1763" y="1532609"/>
            <a:ext cx="8458510" cy="4844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68427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962AD33-EF5E-BC43-A9F6-33BA49541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16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DF9FDD-B898-F544-A612-372CD1D4127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</a:t>
            </a:r>
            <a:r>
              <a:rPr kumimoji="1" lang="en-US" altLang="ko-KR" dirty="0"/>
              <a:t>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98886C-2FE8-634A-9369-AFE12AF12DD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70323" y="492852"/>
            <a:ext cx="7507512" cy="341632"/>
          </a:xfrm>
        </p:spPr>
        <p:txBody>
          <a:bodyPr/>
          <a:lstStyle/>
          <a:p>
            <a:r>
              <a:rPr kumimoji="1" lang="ko-KR" altLang="en-US" dirty="0"/>
              <a:t>열</a:t>
            </a:r>
            <a:r>
              <a:rPr kumimoji="1" lang="en-US" altLang="ko-KR" dirty="0"/>
              <a:t>/</a:t>
            </a:r>
            <a:r>
              <a:rPr kumimoji="1" lang="ko-KR" altLang="en-US" dirty="0"/>
              <a:t>행 병합</a:t>
            </a:r>
            <a:endParaRPr kumimoji="1" lang="ko-Kore-KR" altLang="en-US" dirty="0"/>
          </a:p>
        </p:txBody>
      </p:sp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B2C39D80-D2D0-5646-AEE7-431B37161C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1619" y="132071"/>
            <a:ext cx="8956288" cy="66813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99CD075C-B1CE-3F4A-9211-8C2E42781F48}"/>
                  </a:ext>
                </a:extLst>
              </p14:cNvPr>
              <p14:cNvContentPartPr/>
              <p14:nvPr/>
            </p14:nvContentPartPr>
            <p14:xfrm>
              <a:off x="6329046" y="1514380"/>
              <a:ext cx="963720" cy="36720"/>
            </p14:xfrm>
          </p:contentPart>
        </mc:Choice>
        <mc:Fallback xmlns=""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99CD075C-B1CE-3F4A-9211-8C2E42781F4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293046" y="1442380"/>
                <a:ext cx="1035360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B2DE79BD-D75C-3F47-9CDD-CCE4414C0F73}"/>
                  </a:ext>
                </a:extLst>
              </p14:cNvPr>
              <p14:cNvContentPartPr/>
              <p14:nvPr/>
            </p14:nvContentPartPr>
            <p14:xfrm>
              <a:off x="4283886" y="2217460"/>
              <a:ext cx="1002600" cy="34560"/>
            </p14:xfrm>
          </p:contentPart>
        </mc:Choice>
        <mc:Fallback xmlns=""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B2DE79BD-D75C-3F47-9CDD-CCE4414C0F7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247886" y="2145820"/>
                <a:ext cx="1074240" cy="178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그룹 13">
            <a:extLst>
              <a:ext uri="{FF2B5EF4-FFF2-40B4-BE49-F238E27FC236}">
                <a16:creationId xmlns:a16="http://schemas.microsoft.com/office/drawing/2014/main" id="{A0D08D62-386B-D946-9D75-DFC3350D2982}"/>
              </a:ext>
            </a:extLst>
          </p:cNvPr>
          <p:cNvGrpSpPr/>
          <p:nvPr/>
        </p:nvGrpSpPr>
        <p:grpSpPr>
          <a:xfrm>
            <a:off x="6653046" y="1660540"/>
            <a:ext cx="376560" cy="140040"/>
            <a:chOff x="6653046" y="1660540"/>
            <a:chExt cx="376560" cy="14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1A1B32AD-9CAE-8D48-B724-0CC635F28AF8}"/>
                    </a:ext>
                  </a:extLst>
                </p14:cNvPr>
                <p14:cNvContentPartPr/>
                <p14:nvPr/>
              </p14:nvContentPartPr>
              <p14:xfrm>
                <a:off x="6705966" y="1718140"/>
                <a:ext cx="222480" cy="3492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1A1B32AD-9CAE-8D48-B724-0CC635F28AF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696966" y="1709500"/>
                  <a:ext cx="24012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D0A1D615-7E70-EF45-8EE9-D7ECDA9C0948}"/>
                    </a:ext>
                  </a:extLst>
                </p14:cNvPr>
                <p14:cNvContentPartPr/>
                <p14:nvPr/>
              </p14:nvContentPartPr>
              <p14:xfrm>
                <a:off x="6931686" y="1660540"/>
                <a:ext cx="97920" cy="9900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D0A1D615-7E70-EF45-8EE9-D7ECDA9C094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923046" y="1651540"/>
                  <a:ext cx="11556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7E4424A1-EF0D-DE4A-BF1B-45510E8F4079}"/>
                    </a:ext>
                  </a:extLst>
                </p14:cNvPr>
                <p14:cNvContentPartPr/>
                <p14:nvPr/>
              </p14:nvContentPartPr>
              <p14:xfrm>
                <a:off x="6653046" y="1691500"/>
                <a:ext cx="81360" cy="10908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7E4424A1-EF0D-DE4A-BF1B-45510E8F407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644046" y="1682860"/>
                  <a:ext cx="99000" cy="12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11EC4C43-8D2F-7148-B43B-3BA44FC7E771}"/>
              </a:ext>
            </a:extLst>
          </p:cNvPr>
          <p:cNvGrpSpPr/>
          <p:nvPr/>
        </p:nvGrpSpPr>
        <p:grpSpPr>
          <a:xfrm>
            <a:off x="4584126" y="2390980"/>
            <a:ext cx="107640" cy="333000"/>
            <a:chOff x="4584126" y="2390980"/>
            <a:chExt cx="107640" cy="33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2A890D80-E550-074A-B2C0-9631B424CFCD}"/>
                    </a:ext>
                  </a:extLst>
                </p14:cNvPr>
                <p14:cNvContentPartPr/>
                <p14:nvPr/>
              </p14:nvContentPartPr>
              <p14:xfrm>
                <a:off x="4617606" y="2425180"/>
                <a:ext cx="20880" cy="231480"/>
              </p14:xfrm>
            </p:contentPart>
          </mc:Choice>
          <mc:Fallback xmlns=""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2A890D80-E550-074A-B2C0-9631B424CFC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608606" y="2416180"/>
                  <a:ext cx="3852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B86C36A9-3265-3349-963C-F7F2804FBFD0}"/>
                    </a:ext>
                  </a:extLst>
                </p14:cNvPr>
                <p14:cNvContentPartPr/>
                <p14:nvPr/>
              </p14:nvContentPartPr>
              <p14:xfrm>
                <a:off x="4584126" y="2390980"/>
                <a:ext cx="72720" cy="6948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B86C36A9-3265-3349-963C-F7F2804FBFD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575486" y="2381980"/>
                  <a:ext cx="9036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CDAD1BB3-76D4-524B-92CC-87CB5E30582D}"/>
                    </a:ext>
                  </a:extLst>
                </p14:cNvPr>
                <p14:cNvContentPartPr/>
                <p14:nvPr/>
              </p14:nvContentPartPr>
              <p14:xfrm>
                <a:off x="4598526" y="2633980"/>
                <a:ext cx="93240" cy="90000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CDAD1BB3-76D4-524B-92CC-87CB5E30582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589526" y="2625340"/>
                  <a:ext cx="110880" cy="107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577717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9AA7D45-296B-5F4A-B4C7-7EA45472CD9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ko-KR" altLang="en-US" dirty="0"/>
              <a:t>프로젝트 실습</a:t>
            </a:r>
            <a:endParaRPr lang="ko-Kore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6C0D44B4-624A-144C-9C21-7AE6CEFBDD8F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ko-Kore-KR" altLang="en-US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1E95281-7B3F-3943-A8CD-F4D72E7B5443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altLang="ko-Kore-KR" dirty="0"/>
              <a:t>2</a:t>
            </a:r>
            <a:endParaRPr lang="ko-Kore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B1BEDE63-39BD-CC40-B540-B09644167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17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026485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962AD33-EF5E-BC43-A9F6-33BA49541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18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DF9FDD-B898-F544-A612-372CD1D4127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</a:t>
            </a:r>
            <a:r>
              <a:rPr kumimoji="1" lang="en-US" altLang="ko-KR" dirty="0"/>
              <a:t>2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98886C-2FE8-634A-9369-AFE12AF12DD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70323" y="492852"/>
            <a:ext cx="7507512" cy="341632"/>
          </a:xfrm>
        </p:spPr>
        <p:txBody>
          <a:bodyPr/>
          <a:lstStyle/>
          <a:p>
            <a:r>
              <a:rPr lang="ko-KR" altLang="en-US" dirty="0"/>
              <a:t>프로젝트 실습</a:t>
            </a:r>
            <a:endParaRPr lang="ko-Kore-KR" altLang="en-US" dirty="0"/>
          </a:p>
        </p:txBody>
      </p:sp>
      <p:pic>
        <p:nvPicPr>
          <p:cNvPr id="6" name="그림 5" descr="테이블이(가) 표시된 사진&#10;&#10;자동 생성된 설명">
            <a:extLst>
              <a:ext uri="{FF2B5EF4-FFF2-40B4-BE49-F238E27FC236}">
                <a16:creationId xmlns:a16="http://schemas.microsoft.com/office/drawing/2014/main" id="{90E0A637-302A-8449-86EC-6546BBA63B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8732" y="1376831"/>
            <a:ext cx="7760010" cy="4666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9931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962AD33-EF5E-BC43-A9F6-33BA49541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19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DF9FDD-B898-F544-A612-372CD1D4127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</a:t>
            </a:r>
            <a:r>
              <a:rPr kumimoji="1" lang="en-US" altLang="ko-KR" dirty="0"/>
              <a:t>2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98886C-2FE8-634A-9369-AFE12AF12DD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70323" y="492852"/>
            <a:ext cx="7507512" cy="341632"/>
          </a:xfrm>
        </p:spPr>
        <p:txBody>
          <a:bodyPr/>
          <a:lstStyle/>
          <a:p>
            <a:r>
              <a:rPr lang="ko-KR" altLang="en-US" dirty="0"/>
              <a:t>프로젝트 실습</a:t>
            </a:r>
            <a:endParaRPr lang="ko-Kore-KR" altLang="en-US" dirty="0"/>
          </a:p>
        </p:txBody>
      </p:sp>
      <p:pic>
        <p:nvPicPr>
          <p:cNvPr id="7" name="그림 6" descr="테이블이(가) 표시된 사진&#10;&#10;자동 생성된 설명">
            <a:extLst>
              <a:ext uri="{FF2B5EF4-FFF2-40B4-BE49-F238E27FC236}">
                <a16:creationId xmlns:a16="http://schemas.microsoft.com/office/drawing/2014/main" id="{DC51A1F2-9EB1-7A47-A098-D863BC1154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3560" y="908558"/>
            <a:ext cx="6704516" cy="5602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4559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962AD33-EF5E-BC43-A9F6-33BA49541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20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DF9FDD-B898-F544-A612-372CD1D4127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</a:t>
            </a:r>
            <a:r>
              <a:rPr kumimoji="1" lang="en-US" altLang="ko-KR" dirty="0"/>
              <a:t>2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98886C-2FE8-634A-9369-AFE12AF12DD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70323" y="492852"/>
            <a:ext cx="7507512" cy="341632"/>
          </a:xfrm>
        </p:spPr>
        <p:txBody>
          <a:bodyPr/>
          <a:lstStyle/>
          <a:p>
            <a:r>
              <a:rPr lang="ko-KR" altLang="en-US" dirty="0"/>
              <a:t>프로젝트 실습</a:t>
            </a:r>
            <a:endParaRPr lang="ko-Kore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DEA0906-6FF9-2341-A978-3913F26CAE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0366" y="904640"/>
            <a:ext cx="8119846" cy="5460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7354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962AD33-EF5E-BC43-A9F6-33BA49541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21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DF9FDD-B898-F544-A612-372CD1D4127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</a:t>
            </a:r>
            <a:r>
              <a:rPr kumimoji="1" lang="en-US" altLang="ko-KR" dirty="0"/>
              <a:t>2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98886C-2FE8-634A-9369-AFE12AF12DD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70323" y="492852"/>
            <a:ext cx="7507512" cy="341632"/>
          </a:xfrm>
        </p:spPr>
        <p:txBody>
          <a:bodyPr/>
          <a:lstStyle/>
          <a:p>
            <a:r>
              <a:rPr lang="ko-KR" altLang="en-US" dirty="0"/>
              <a:t>프로젝트 실습</a:t>
            </a:r>
            <a:endParaRPr lang="ko-Kore-KR" altLang="en-US" dirty="0"/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4E3F0182-552B-FD41-9BB8-94CE85B26F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9689" y="1004765"/>
            <a:ext cx="7948277" cy="5410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8121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91374" tIns="45685" rIns="91374" bIns="45685">
        <a:spAutoFit/>
      </a:bodyPr>
      <a:lstStyle>
        <a:defPPr algn="l" defTabSz="912813" fontAlgn="base">
          <a:spcBef>
            <a:spcPts val="600"/>
          </a:spcBef>
          <a:spcAft>
            <a:spcPct val="0"/>
          </a:spcAft>
          <a:defRPr kumimoji="1" sz="2000" b="1" dirty="0" err="1">
            <a:ln>
              <a:solidFill>
                <a:schemeClr val="bg1">
                  <a:lumMod val="85000"/>
                  <a:alpha val="0"/>
                </a:schemeClr>
              </a:solidFill>
            </a:ln>
            <a:solidFill>
              <a:srgbClr val="4B465E"/>
            </a:solidFill>
            <a:latin typeface="맑은 고딕" pitchFamily="50" charset="-127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224</TotalTime>
  <Words>2745</Words>
  <Application>Microsoft Macintosh PowerPoint</Application>
  <PresentationFormat>와이드스크린</PresentationFormat>
  <Paragraphs>409</Paragraphs>
  <Slides>21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7" baseType="lpstr">
      <vt:lpstr>맑은 고딕</vt:lpstr>
      <vt:lpstr>Arial</vt:lpstr>
      <vt:lpstr>Calibri</vt:lpstr>
      <vt:lpstr>Calibri Light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批量名称</dc:creator>
  <cp:lastModifiedBy>批量名称</cp:lastModifiedBy>
  <cp:revision>84</cp:revision>
  <dcterms:created xsi:type="dcterms:W3CDTF">2020-12-17T02:01:33Z</dcterms:created>
  <dcterms:modified xsi:type="dcterms:W3CDTF">2021-01-05T05:40:06Z</dcterms:modified>
</cp:coreProperties>
</file>