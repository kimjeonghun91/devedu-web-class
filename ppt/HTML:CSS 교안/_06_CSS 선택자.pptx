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16"/>
  </p:notesMasterIdLst>
  <p:sldIdLst>
    <p:sldId id="266" r:id="rId2"/>
    <p:sldId id="261" r:id="rId3"/>
    <p:sldId id="262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0" r:id="rId13"/>
    <p:sldId id="279" r:id="rId14"/>
    <p:sldId id="280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CFD1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82063"/>
  </p:normalViewPr>
  <p:slideViewPr>
    <p:cSldViewPr snapToGrid="0" snapToObjects="1">
      <p:cViewPr varScale="1">
        <p:scale>
          <a:sx n="128" d="100"/>
          <a:sy n="128" d="100"/>
        </p:scale>
        <p:origin x="2408" y="168"/>
      </p:cViewPr>
      <p:guideLst/>
    </p:cSldViewPr>
  </p:slideViewPr>
  <p:notesTextViewPr>
    <p:cViewPr>
      <p:scale>
        <a:sx n="1" d="1"/>
        <a:sy n="1" d="1"/>
      </p:scale>
      <p:origin x="0" y="-4864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7:39.4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75,'86'-6,"-15"1,-48 5,17 0,-6 0,42 0,18 0,-29 0,2 0,4 0,16 0,3 0,-5 0,9 0,-7 0,-7 0,-14 0,-31 0,62 0,-72 0,28 0,0 0,-20 0,37 0,1 0,-37 0,25 0,-3 0,-35 0,40 0,-47 0,35 0,-33 0,42 0,-43 0,52 0,-47 0,39 0,5 0,-27 0,25-1,-2-1,-38-1,28 0,-42 0,30-2,-26 4,36-7,-37 7,25-4,-28 5,25-11,-22 9,19-8,-22 7,10 0,-11 0,27 3,-21 0,78 0,-64 0,54 0,-70 0,25 0,-24 0,30 0,-32 0,10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7:40.9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60,'37'3,"-3"0,3-3,-9 0,22 0,14 0,-6 0,9 0,24 0,2 0,-17 0,-19 0,2 0,19-1,23 0,7-1,-6 1,-24 0,-18 1,-2-2,14-2,16-1,-2-2,-18 2,19-3,-18 2,10-2,-19 2,-21 1,32 3,-5 1,-44 1,51 0,-59 0,27 0,-30 0,33 0,-29 0,26 0,-33 0,8 0,-8 0,13 0,-9 0,34 0,-34 0,44 0,-44 0,37 0,-42 0,13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7:42.99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66,'24'-15,"-2"4,-5 8,-4 3,10 0,76 0,-41 0,26 0,24 0,-17 0,2 0,-17 0,21 0,-1 0,-22 0,11 0,9 0,19 0,-23 0,-21 0,6 0,16 0,-21 0,-24 0,37 0,-2 0,-43 0,29 0,0 0,-28 0,28 1,0-2,-35-1,24-1,-4 0,-34-1,49-6,-53 9,60-5,-52 6,28-1,1-1,-28 1,64-3,-69 4,55 0,-47 0,43 0,4 0,-31 0,18 0,-8 0,-39 0,1 0,-6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7:44.79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1 141,'34'-11,"2"-2,-17 12,19-9,-10 5,68-15,-43 13,7 4,27-1,10 2,-4 0,-18 0,-4 2,2 0,3-1,22-1,10 0,-1 0,-11-1,-23 0,-16-2,-2 1,29 0,22 0,-3 1,-26-1,-5-2,8 5,17 2,-24-1,-33 0,38 0,-4 0,-51 0,67 0,-74 0,43 0,-48 0,30 0,-29 0,56 0,-45 0,63 0,-69 0,34 0,-42 0,54 0,-38 0,53 0,-57 0,17 0,-30 0,28 0,-25 0,56 0,-52 0,35 0,-41-2,3 1,8-4,-11 4,12-4,-12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8:18.2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0,'38'14,"12"1,-16-8,5 2,19 1,17 0,9-6,11-3,3 1,-17 0,3 0,0 0,-1-1,-5-1,0 0,-2-1,-4 0,9-1,-4 0,-19 0,-18 2,36 0,-58 0,57 0,-48 0,53 0,7 0,-35 0,20 0,20 0,-20 0,-21 0,22 0,-7 0,-47 0,9 0,-21 0,6 0,-4 0,5 0,-5 0,4 0,-3 0,30 0,-22 0,34 0,-37 0,9 0,-15 0,-4 0,1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3T07:58:34.2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1,'27'6,"-5"-3,-11-1,-5-2,11 4,75-3,-24 3,2-4,25 1,11-2,-3 1,-20 0,-3 0,2 0,-3 0,20 0,10 0,-2 0,-13 0,-24 0,24 0,-12 0,12 0,-26 0,-38 0,37 0,-56 0,14 0,-16 0,32 0,-21 0,75 0,-63 0,25 0,-3 0,-35 0,29 0,-42 0,-1 0,14 0,-11 0,46 0,-37 0,52 0,-51 0,26 0,-31 0,4 0,-9 0,7 0,-6 0,27 0,-26 0,21 0,-24 0,4 0,0 0,6 0,-4 0,5 0,-14 0,1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8T07:23:46.68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1,'11'9,"1"-2,-1-7,11 0,-2 0,55 0,-27 0,28 0,1 0,-21 0,34 0,-5 0,-48 0,24-2,2-1,-21-1,9-1,4 2,-23 3,53 0,-44 0,17 0,-39 0,-9 0,6 0,-10 0,7 0,-6 0,29 0,-25 0,39 0,-38 0,33 0,-35 0,31 0,-29 0,32 0,-29 0,36 0,-36 0,43 0,-43 0,38 0,-40 0,23 0,-28 0,25 0,-21 0,27 0,-27 0,8 0,-14 0,10 0,-6 0,31 0,-24 0,44 0,-45 0,37 0,-43 0,33 0,-33 0,18 0,-21 0,1 0,-3 0,8 0,-3 0,17 0,-14 0,6 0,-13 0,-4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8T07:23:50.47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46,'21'-7,"4"2,-7 5,19 0,-9 0,30 0,4 0,-4 0,13 0,27 0,1 0,-20 0,16 0,-17 0,21 0,-3 0,-31 0,-26 0,24 0,-6 0,-42 0,48 0,-50 0,27 0,-33 0,19-2,-17 1,34-6,-32 5,40-5,-40 6,30-1,-33 2,20 0,-20 0,23 0,-22 0,19 0,-20 0,20 0,-19 0,37 0,-35 0,55 0,-49 0,68 0,-63 0,61 0,-64 0,49-3,-52 2,44-4,-45 5,60-3,-53 3,78 0,-77 0,47 0,-55 0,11 0,-17 0,22 0,-21 0,52 0,-45 0,37 0,-42 0,18 0,-21 0,31 0,-26 0,45 0,-41 0,50 0,-49 0,47 0,-51 0,43 0,-46 0,38 0,-39 0,27 0,-30 0,30 0,-24 0,50 0,-44 0,80 0,-60 0,14 0,-2 0,-18 0,13 0,-42 0,11 0,-5 0,32 0,-25 0,33 0,-39 0,31 0,-30 0,41 0,-39 0,18 0,-28 0,9 0,-7 0,26 0,-22 0,14 0,-19 0,9 0,-4 0,28 0,-23 0,17 0,-23 0,0 0,-4 0,12 0,-9 0,11 0,-16 0,1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8T07:24:01.0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23,'18'6,"-2"-1,-10-5,2 0,-2 0,27-5,-19 3,42-2,5 0,-23 3,26-1,20 1,-16 0,-15 1,40-3,-6 0,-58 1,53-4,-68 6,36 0,-39 0,32 0,-33 0,23 0,-25 0,33 0,-30 0,40 0,-40 0,29 0,-21 0,4 0,-2 0,-9 0,32 0,-25 0,41 0,-49 0,35 0,-34 0,37 0,-32 0,29 0,-34 0,21 0,-25 0,35 0,-28 0,51 0,-47 3,42 0,-48 2,25-2,-29 0,19-3,-20 0,18 0,-18 0,32 0,-25 0,36 0,-38 0,17 0,-23 0,6 0,-6 0,18 0,-12 0,35 0,-34 0,27 0,-33 0,20 0,-19 0,29 0,-28 0,36 0,-35 0,39 0,-38 0,31 0,-32 0,8 0,-11 0,-3 0,1 0,2 0,-2 0,5 0,-7 0,1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18T07:24:07.01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0,'14'3,"2"0,-10-3,5 0,-3 0,20 0,-7 0,37 0,8 0,-7 0,35 0,0 0,-40 0,23 0,-4 0,-41 0,27 0,-3 0,-33 0,45 0,-56 0,21 0,-22 0,30 0,-27 0,24 0,-30 0,20 0,-20 0,28 0,-26 0,35 0,-33 0,43 5,-42-4,50 4,-48-5,49 0,-47 0,34 0,-38 0,30 0,-33 0,33 0,-33 0,38 0,-33 0,71 0,-62 0,63 0,-70 0,31 0,-33 0,31 0,-32 0,34 0,-37 0,34 0,-34 0,39 0,-38 0,46 0,-45 0,35 0,-39 0,24 2,-24-1,26 1,-25-2,31 0,-31 0,23 0,-25 0,17 0,-17 0,20 0,-19 0,32 0,-28 0,43 0,-41 0,31 0,-37 0,29 0,-28 0,43 0,-40 0,37 0,-40 0,38 0,-36 0,46 0,-46 0,41 0,-40 0,28 0,-29 0,34 0,-32 0,40 0,-38 0,42 0,-39 0,53 0,-53 0,33 0,1 0,-27 0,33 0,0 0,-36 3,47 0,-58 0,21 0,-24-3,26 0,-25 0,26 0,-27 0,9 0,-13 0,13 0,-6 0,57 0,-40 0,30 0,2 0,-23 0,18 0,-3 0,-29 0,37 0,-51 0,31 0,-31 0,40 0,-35 0,44 0,-43 0,38 0,-38 0,38 0,-40 0,27 0,-33 0,10 0,-12 0,29 0,-22 0,35 0,-39 0,24 0,-24 0,29 0,-27 0,17 0,-22 0,2 0,-2 0,14 0,-8 0,22 0,-23 0,9 0,-13 0,11 5,-10-4,15 6,-16-6,14 6,-14-5,9 5,-10-6,2 1,-5-2,0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18T07:24:54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328 549 24575,'1'-6'0,"1"1"0,-7-1 0,1 3 0,-11-10 0,4 8 0,-45-28 0,35 22 0,-25-22 0,-1-2 0,24 16 0,-13-23 0,4 0 0,22 25 0,-13-49 0,22 54 0,3-39 0,3 40 0,18-30 0,-14 32 0,44-26 0,-29 24 0,44-3 0,6 2 0,-27 5 0,27 2 0,-7 1 0,-44 4 0,27 10 0,-44-5 0,21 25 0,-23-20 0,18 26 0,-20-27 0,4 56 0,-10-40 0,-10 27 0,-5 1 0,0-17 0,-17 18 0,-1-1 0,18-27 0,-22 27 0,38-51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18T07:25:03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335 787 24575,'-6'-2'0,"0"-1"0,1 0 0,-1-3 0,-5 3 0,4 0 0,-16-7 0,14 5 0,-10-3 0,1-10 0,9 12 0,-17-17 0,19 16 0,-22-17 0,19 15 0,-16-17 0,19 19 0,-19-22 0,17 20 0,-20-28 0,24 28 0,-13-25 0,14 23 0,-9-31 0,9 28 0,1-37 0,4 39 0,6-34 0,-5 36 0,15-38 0,-11 33 0,32-47 0,-27 44 0,37-31 0,-35 37 0,21-14 0,-24 19 0,8-14 0,-11 13 0,13-10 0,-12 13 0,28-13 0,-26 16 0,51-8 0,-44 10 0,49 2 0,-52-1 0,29 4 0,-34-2 0,19 7 0,-20-5 0,22 15 0,-20-17 0,23 19 0,-25-17 0,16 11 0,-18-10 0,12 12 0,-13-10 0,8 18 0,-12-18 0,3 22 0,-3-20 0,2 25 0,-3-25 0,0 23 0,0-25 0,-11 33 0,6-27 0,-26 37 0,21-35 0,-21 30 0,26-33 0,-23 32 0,21-34 0,-32 45 0,29-44 0,-36 44 0,32-43 0,-18 16 0,26-23 0,1-4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18T07:25:09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24575,'-1'-4'0,"2"4"0,5 3 0,-1 3 0,6 5 0,11 15 0,-3-2 0,0 3 0,-6-9 0,-9-11 0,4 8 0,-3-10 0,1 2 0,-1-7 0,23-33 0,-16 20 0,43-56 0,-42 50 0,37-38 0,-40 45 0,23-17 0,-27 25 0,6-4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18T07:25:11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0 176 24575,'3'-6'0,"0"6"0,2 0 0,-2 6 0,2 2 0,8 15 0,-4-8 0,16 22 0,-17-26 0,8 7 0,-11-15 0,6-3 0,-4-3 0,18-11 0,-15 9 0,20-10 0,-22 14 0,23-19 0,-22 13 0,53-55 0,-38 41 0,22-15 0,2 1 0,-23 19 0,44-18 0,-62 26 0,13-3 0,-20 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2021. 1. 18.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71893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93289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3190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ore-KR" dirty="0"/>
              <a:t>&lt;head&gt;</a:t>
            </a:r>
          </a:p>
          <a:p>
            <a:r>
              <a:rPr kumimoji="1" lang="en" altLang="ko-Kore-KR" dirty="0"/>
              <a:t>&lt;style&gt;</a:t>
            </a:r>
          </a:p>
          <a:p>
            <a:r>
              <a:rPr kumimoji="1" lang="en" altLang="ko-Kore-KR" dirty="0"/>
              <a:t>* {</a:t>
            </a:r>
          </a:p>
          <a:p>
            <a:r>
              <a:rPr kumimoji="1" lang="en" altLang="ko-Kore-KR" dirty="0"/>
              <a:t>	color: green;</a:t>
            </a:r>
          </a:p>
          <a:p>
            <a:r>
              <a:rPr kumimoji="1" lang="en" altLang="ko-Kore-KR" dirty="0"/>
              <a:t>	margin: 0;</a:t>
            </a:r>
          </a:p>
          <a:p>
            <a:r>
              <a:rPr kumimoji="1" lang="en" altLang="ko-Kore-KR" dirty="0"/>
              <a:t>	padding: 0; </a:t>
            </a:r>
          </a:p>
          <a:p>
            <a:r>
              <a:rPr kumimoji="1" lang="en" altLang="ko-Kore-KR" dirty="0"/>
              <a:t>}</a:t>
            </a:r>
          </a:p>
          <a:p>
            <a:r>
              <a:rPr kumimoji="1" lang="en" altLang="ko-Kore-KR" dirty="0"/>
              <a:t>&lt;/style&gt;</a:t>
            </a:r>
          </a:p>
          <a:p>
            <a:r>
              <a:rPr kumimoji="1" lang="en" altLang="ko-Kore-KR" dirty="0"/>
              <a:t>&lt;/head&gt;</a:t>
            </a:r>
          </a:p>
          <a:p>
            <a:r>
              <a:rPr kumimoji="1" lang="en" altLang="ko-Kore-KR" dirty="0"/>
              <a:t>&lt;body&gt;</a:t>
            </a:r>
          </a:p>
          <a:p>
            <a:r>
              <a:rPr kumimoji="1" lang="en" altLang="ko-Kore-KR" dirty="0"/>
              <a:t>	&lt;h3&gt;</a:t>
            </a:r>
            <a:r>
              <a:rPr kumimoji="1" lang="ko-KR" altLang="en-US" dirty="0"/>
              <a:t>요리의 사전적 의미</a:t>
            </a:r>
            <a:r>
              <a:rPr kumimoji="1" lang="en-US" altLang="ko-KR" dirty="0"/>
              <a:t>&lt;/</a:t>
            </a:r>
            <a:r>
              <a:rPr kumimoji="1" lang="en" altLang="ko-Kore-KR" dirty="0"/>
              <a:t>h3&gt;</a:t>
            </a:r>
          </a:p>
          <a:p>
            <a:r>
              <a:rPr kumimoji="1" lang="en" altLang="ko-Kore-KR" dirty="0"/>
              <a:t>	&lt;p&gt;1. </a:t>
            </a:r>
            <a:r>
              <a:rPr kumimoji="1" lang="ko-KR" altLang="en-US" dirty="0"/>
              <a:t>여러 조리 과정을 거쳐 음식을 만듦</a:t>
            </a:r>
            <a:r>
              <a:rPr kumimoji="1" lang="en-US" altLang="ko-KR" dirty="0"/>
              <a:t>. </a:t>
            </a:r>
            <a:r>
              <a:rPr kumimoji="1" lang="ko-KR" altLang="en-US" dirty="0"/>
              <a:t>또는 그 음식</a:t>
            </a:r>
            <a:r>
              <a:rPr kumimoji="1" lang="en-US" altLang="ko-KR" dirty="0"/>
              <a:t>. </a:t>
            </a:r>
            <a:r>
              <a:rPr kumimoji="1" lang="ko-KR" altLang="en-US" dirty="0"/>
              <a:t>주로 가열한 것을 이른다</a:t>
            </a:r>
            <a:r>
              <a:rPr kumimoji="1" lang="en-US" altLang="ko-KR" dirty="0"/>
              <a:t>.&lt;</a:t>
            </a:r>
            <a:r>
              <a:rPr kumimoji="1" lang="en" altLang="ko-Kore-KR" dirty="0" err="1"/>
              <a:t>br</a:t>
            </a:r>
            <a:r>
              <a:rPr kumimoji="1" lang="en" altLang="ko-Kore-KR" dirty="0"/>
              <a:t>&gt;</a:t>
            </a:r>
          </a:p>
          <a:p>
            <a:r>
              <a:rPr kumimoji="1" lang="en" altLang="ko-Kore-KR" dirty="0"/>
              <a:t>	   2. </a:t>
            </a:r>
            <a:r>
              <a:rPr kumimoji="1" lang="ko-KR" altLang="en-US" dirty="0"/>
              <a:t>어떤 대상을 능숙하게 처리함을 속되게 이르는 말</a:t>
            </a:r>
            <a:r>
              <a:rPr kumimoji="1" lang="en-US" altLang="ko-KR" dirty="0"/>
              <a:t>.&lt;/</a:t>
            </a:r>
            <a:r>
              <a:rPr kumimoji="1" lang="en" altLang="ko-Kore-KR" dirty="0"/>
              <a:t>p&gt;</a:t>
            </a:r>
          </a:p>
          <a:p>
            <a:r>
              <a:rPr kumimoji="1" lang="en" altLang="ko-Kore-KR" dirty="0"/>
              <a:t>&lt;/body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8230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 { font-family: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돋움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#444444;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 { text-decoration: underline; color: green;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 { font-size: 25px; font-style : italic; margin-top: 30px;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{ line-height: 150%; font-size: 18px;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{ font-weight: bold; color: red;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&lt;h1&gt;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요리의 방법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끓이기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식품에 물을 가하여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100℃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온도에서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끓이는 조리 방법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찌개 등을 만드는 방법으로 열을 가하여 조리를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곡류는 물과 함께 가열하면 녹말이 팽창하고 끈기 있는 상태가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튀기기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튀기기는 맛이 담백한 생선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채소 등에 많이 쓰이는 조리 방법으로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끓는 기름 속에서 식품을 가열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방법이다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1418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h2, h3 { text-align: center;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 ul { font-size: 17px;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{ line-height: 150%; 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로이터 사진전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세상의 드라마를 기록하다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통신사 중 하나인 로이터통신사의 주요 사진 작품을 소개하는 사진전을 예술의 전당 한가람 미술관에서 개최한다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로이터 본사의 협조로 이루어진 이번 전시는 로이터 소속 기자가 엄선한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점을 국내에서 선보이는 전시이다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예술의 전당 미술관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2023.3 ~ 2023.5&lt;/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입장료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13,000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98381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#intro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120px;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green;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white;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10px 20px;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box-shadow: 3px 3px 10px #888888;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#p1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150%;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#p2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1px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cccccc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20px;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200%;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 id="intro"&gt;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테마가든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안내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 id="p1"&gt;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도심에서 여유로운 휴식을 즐길 수 있는 나만의 공간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따뜻한 시골 고향의 정서를 듬뿍 담은 유실수로 조성된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고향정원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동물의 보금자리로 조성된 어린이 동물원을 관람할 수 있는 테마가든에서 사랑하는 연인과 가족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친구와 멋진 추억을 만들어 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관람 안내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 id="p2"&gt;-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이용료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 입장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볼거리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장미 축제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주제 정원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이벤트 정원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동물과 놀아주기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이용시간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10:00 ~ 17:00&lt;/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89841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green;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font-weight: bold;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red_underline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red;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text-decoration: underline;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180%;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&lt;h1&gt;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용인시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수지구에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위치한 수지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광교산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맑은 계곡물과 울창한 산림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나오는 상쾌한 공기가 피부에 전해지는 공간으로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야영 및 취사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레크레이션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피크닉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즐기실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이용 예약안내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예약은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red_underline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오후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시부터 예약 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red_underline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 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이내에 결제를 완료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하셔야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시간이 지나면 예약이 자동 취소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이용시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진입로 정체가 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자세한 내용은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캠핑장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예약 페이지를 참고하여 주시기 바랍니다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&lt;li&gt;&lt;span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red_underline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매주 월요일은 휴장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문의전화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031-123-1234&lt;/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2059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#main h3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border-left: solid 8px orange;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padding-left: 20px;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#main p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line-height: 180%;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#main span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font-weight: bold;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#intro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border: solid 1px green;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padding : 20px;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margin-top: 30px;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border-radius: 15px;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#intro h3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border-bottom: dotted 1px #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cccccc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padding-bottom: 5px;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#intro span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font-weight: bold;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color: red;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&lt;div id="main"&gt;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봄빛 식물원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봄빛 식물원은 울창한 숲으로 둘러싸인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삼각산 자락에 위치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있으며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다양한 식물이 전시되고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&lt;/div&gt;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&lt;div id="intro"&gt;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식물원 관람 안내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&lt;p&gt;-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일전날까지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인터넷으로 예약해야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   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입장료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   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동절기인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span&gt;12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15:00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폐장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식물원 이용시간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&lt;p&gt;-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야외 식물원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9:00 ~ 19:00&lt;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   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온실 식물원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9:00 ~ 17:00&lt;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   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문의전화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031-123-1234&lt;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   ※ &lt;span&gt;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일과 시간 외에는 홈페이지 게시판에 문의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 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05671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p, h1, h4, h2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700px;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h1, h4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그룹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text-align: center;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 정렬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border-bottom: solid 3px black;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경게선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padding-bottom: 8px;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하단 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180%; /*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간격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font-size: 18px;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글자 크기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20px;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상단 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margin: 5px;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&lt;h1&gt;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경포 해수욕장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&lt;h4&gt;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강원도 강릉시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동해안 최대 해변으로 유명하며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안현동에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있고 시내에서 북으로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km,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경포대에서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 곳에 동해의 푸르름을 가득 담고 펼쳐진 해수욕장이다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거칠면서도 시원하게 밀려오는 파도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km,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1.44㎢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하얀 백사장과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울창한 소나무가 병풍처럼 펼쳐진 조화가 어우러진 해수욕장이다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kyungpo_map.png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홈페이지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="http:/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www.gn.go.kr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target="_blank"&gt;https://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www.gn.go.kr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/tour&lt;/a&gt;&lt;/li&gt;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강원도 강릉시 창해로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514&lt;/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애완견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동반가능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시각장애인 편의시설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주차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장애인 주차장 있음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공영주차장 내부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)_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무장애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편의시설 무료이용 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유모자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대여가능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경포해변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관리본부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72725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페이지 선택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#f8f9f4;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배경 색상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300px;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.orange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orange;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글자 색상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font-size: 35px;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글자 크기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div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500px;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너비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 #0f6878;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배경 색상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white;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글자 색상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흰색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20px;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line-height: 200%;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줄 간격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h3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margin-top: 30px;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orange_bold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 /*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 orange;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font-weight: bold;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 id="main"&gt;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book_mockup.png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&lt;h3&gt;&lt;span class="orange"&gt;01&lt;/span&gt;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누구를 위한 책인가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&lt;span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orange_bold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프로그래밍 입문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원하는 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C++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언어는 익숙한 데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파이썬은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처음인 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대학 및 교육 기관에서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파이썬을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강의하려는 분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&lt;h3&gt;&lt;span class="orange"&gt;02&lt;/span&gt;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책의 특징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재미있고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class="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orange_bold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실습 예제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YOUTUBE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동영상 콘텐츠 제공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난이도의 연습문제 다수 제공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&lt;/div&gt;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304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9008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11.xml"/><Relationship Id="rId1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customXml" Target="../ink/ink8.xml"/><Relationship Id="rId12" Type="http://schemas.openxmlformats.org/officeDocument/2006/relationships/image" Target="../media/image21.png"/><Relationship Id="rId17" Type="http://schemas.openxmlformats.org/officeDocument/2006/relationships/customXml" Target="../ink/ink13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20.png"/><Relationship Id="rId19" Type="http://schemas.openxmlformats.org/officeDocument/2006/relationships/customXml" Target="../ink/ink14.xml"/><Relationship Id="rId4" Type="http://schemas.openxmlformats.org/officeDocument/2006/relationships/image" Target="../media/image17.png"/><Relationship Id="rId9" Type="http://schemas.openxmlformats.org/officeDocument/2006/relationships/customXml" Target="../ink/ink9.xml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A614E4-5B9B-6740-9E52-7F078C34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1" y="382523"/>
            <a:ext cx="11598384" cy="4898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6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 CSS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선택자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827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ore-KR" dirty="0"/>
              <a:t>CSS </a:t>
            </a:r>
            <a:r>
              <a:rPr lang="ko-KR" altLang="en-US" dirty="0" err="1"/>
              <a:t>선택자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개요</a:t>
            </a:r>
            <a:endParaRPr kumimoji="1" lang="ko-Kore-KR" altLang="en-US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C057C-54C0-A24B-97C9-2260E084F2AB}"/>
              </a:ext>
            </a:extLst>
          </p:cNvPr>
          <p:cNvSpPr txBox="1"/>
          <p:nvPr/>
        </p:nvSpPr>
        <p:spPr>
          <a:xfrm>
            <a:off x="628519" y="1286633"/>
            <a:ext cx="10810959" cy="707815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선택자란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말 그대로 선택을 해주는 요소입니다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이를 통해 특정 요소들을 선택하여 스타일을 적용할 수 있게 됩니다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먼저 </a:t>
            </a:r>
            <a:r>
              <a:rPr kumimoji="1" lang="en-US" altLang="ko-Kore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CSS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에서 스타일이 어떤 방식으로 정의되는지 알아봅시다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94943E9-C4C5-7841-8A02-806D53974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78" y="2377414"/>
            <a:ext cx="10400044" cy="287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1A248A-9703-EF44-8049-432699416D35}"/>
              </a:ext>
            </a:extLst>
          </p:cNvPr>
          <p:cNvSpPr txBox="1"/>
          <p:nvPr/>
        </p:nvSpPr>
        <p:spPr>
          <a:xfrm>
            <a:off x="9062366" y="6189785"/>
            <a:ext cx="3129634" cy="27692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www.nextree.co.kr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/p8468/</a:t>
            </a:r>
            <a:endParaRPr kumimoji="1" lang="ko-Kore-KR" altLang="en-US" sz="12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4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개요</a:t>
            </a:r>
            <a:endParaRPr kumimoji="1" lang="ko-Kore-KR" altLang="en-US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A248A-9703-EF44-8049-432699416D35}"/>
              </a:ext>
            </a:extLst>
          </p:cNvPr>
          <p:cNvSpPr txBox="1"/>
          <p:nvPr/>
        </p:nvSpPr>
        <p:spPr>
          <a:xfrm>
            <a:off x="9309937" y="6262757"/>
            <a:ext cx="2801980" cy="27692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dyjung.tistory.com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/40</a:t>
            </a:r>
            <a:endParaRPr kumimoji="1" lang="ko-Kore-KR" altLang="en-US" sz="12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2054" name="Picture 6" descr="CSS 선택자">
            <a:extLst>
              <a:ext uri="{FF2B5EF4-FFF2-40B4-BE49-F238E27FC236}">
                <a16:creationId xmlns:a16="http://schemas.microsoft.com/office/drawing/2014/main" id="{3B79E896-3D77-D34E-A7B5-F67BB081E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19" y="976908"/>
            <a:ext cx="8023918" cy="546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7AAF694-96E6-8D48-BA90-33949BBA57DF}"/>
                  </a:ext>
                </a:extLst>
              </p14:cNvPr>
              <p14:cNvContentPartPr/>
              <p14:nvPr/>
            </p14:nvContentPartPr>
            <p14:xfrm>
              <a:off x="2306579" y="1734880"/>
              <a:ext cx="1124280" cy="27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7AAF694-96E6-8D48-BA90-33949BBA57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0579" y="1662880"/>
                <a:ext cx="11959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9E5B6F7-18AC-BF45-82AC-3A69367F3909}"/>
                  </a:ext>
                </a:extLst>
              </p14:cNvPr>
              <p14:cNvContentPartPr/>
              <p14:nvPr/>
            </p14:nvContentPartPr>
            <p14:xfrm>
              <a:off x="2373539" y="2208280"/>
              <a:ext cx="954000" cy="237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9E5B6F7-18AC-BF45-82AC-3A69367F3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37539" y="2136640"/>
                <a:ext cx="10256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8553314-9DD2-3545-815C-16255548B395}"/>
                  </a:ext>
                </a:extLst>
              </p14:cNvPr>
              <p14:cNvContentPartPr/>
              <p14:nvPr/>
            </p14:nvContentPartPr>
            <p14:xfrm>
              <a:off x="2254379" y="2588440"/>
              <a:ext cx="1156320" cy="241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8553314-9DD2-3545-815C-16255548B3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8379" y="2516440"/>
                <a:ext cx="12279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AFF855E-6D13-DA48-AC50-92C05C049E57}"/>
                  </a:ext>
                </a:extLst>
              </p14:cNvPr>
              <p14:cNvContentPartPr/>
              <p14:nvPr/>
            </p14:nvContentPartPr>
            <p14:xfrm>
              <a:off x="2236739" y="2988040"/>
              <a:ext cx="1228680" cy="507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AFF855E-6D13-DA48-AC50-92C05C049E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1099" y="2916400"/>
                <a:ext cx="1300320" cy="1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58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개요</a:t>
            </a:r>
            <a:endParaRPr kumimoji="1" lang="ko-Kore-KR" altLang="en-US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A248A-9703-EF44-8049-432699416D35}"/>
              </a:ext>
            </a:extLst>
          </p:cNvPr>
          <p:cNvSpPr txBox="1"/>
          <p:nvPr/>
        </p:nvSpPr>
        <p:spPr>
          <a:xfrm>
            <a:off x="9309937" y="6262757"/>
            <a:ext cx="2801980" cy="27692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dyjung.tistory.com</a:t>
            </a:r>
            <a:r>
              <a:rPr kumimoji="1" lang="en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/40</a:t>
            </a:r>
            <a:endParaRPr kumimoji="1" lang="ko-Kore-KR" altLang="en-US" sz="12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6672BED-FE00-974B-A952-52ED0F9C3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323" y="931521"/>
            <a:ext cx="8051032" cy="555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9B773C4-FB8D-9047-A7A8-85220DB2B3C7}"/>
                  </a:ext>
                </a:extLst>
              </p14:cNvPr>
              <p14:cNvContentPartPr/>
              <p14:nvPr/>
            </p14:nvContentPartPr>
            <p14:xfrm>
              <a:off x="1412339" y="1590160"/>
              <a:ext cx="934200" cy="288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9B773C4-FB8D-9047-A7A8-85220DB2B3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6339" y="1518160"/>
                <a:ext cx="10058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BD0E2E8-04A6-A64A-AC4D-721777951226}"/>
                  </a:ext>
                </a:extLst>
              </p14:cNvPr>
              <p14:cNvContentPartPr/>
              <p14:nvPr/>
            </p14:nvContentPartPr>
            <p14:xfrm>
              <a:off x="1437179" y="2479720"/>
              <a:ext cx="983160" cy="79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BD0E2E8-04A6-A64A-AC4D-7217779512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1179" y="2408080"/>
                <a:ext cx="1054800" cy="15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21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전체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45A50218-092E-7942-BFC8-162D29ED8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301750"/>
            <a:ext cx="102616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5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태그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E8CF04E-D591-6247-9B06-70840004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441" y="876034"/>
            <a:ext cx="8929844" cy="588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7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그룹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9413A88-90B7-7742-A9F2-AAE81E752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74132"/>
            <a:ext cx="10325100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6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아이디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C77F9-0BE9-1740-967C-B32B1FDB25A0}"/>
              </a:ext>
            </a:extLst>
          </p:cNvPr>
          <p:cNvSpPr txBox="1"/>
          <p:nvPr/>
        </p:nvSpPr>
        <p:spPr>
          <a:xfrm>
            <a:off x="542841" y="1171313"/>
            <a:ext cx="10810959" cy="7847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아이디는 보통 특정 처리를 </a:t>
            </a:r>
            <a:endParaRPr kumimoji="1" lang="en-US" altLang="ko-KR" sz="20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위한 유일한 값으로 설정한다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630A6AAA-95DD-2E4D-AC1F-C9FA2C6F7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139" y="84968"/>
            <a:ext cx="7875862" cy="65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클래스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C77F9-0BE9-1740-967C-B32B1FDB25A0}"/>
              </a:ext>
            </a:extLst>
          </p:cNvPr>
          <p:cNvSpPr txBox="1"/>
          <p:nvPr/>
        </p:nvSpPr>
        <p:spPr>
          <a:xfrm>
            <a:off x="231345" y="1171313"/>
            <a:ext cx="3617177" cy="707815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클래스는 보통 </a:t>
            </a:r>
            <a:r>
              <a:rPr kumimoji="1" lang="ko-KR" altLang="en-US" sz="20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여러개의</a:t>
            </a: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 영역을 꾸밀 때 사용한다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F949D53-7EC6-EC40-B6A5-CCC0E014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22" y="2123348"/>
            <a:ext cx="3556000" cy="4241800"/>
          </a:xfrm>
          <a:prstGeom prst="rect">
            <a:avLst/>
          </a:prstGeom>
        </p:spPr>
      </p:pic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0FDCCD76-3149-474E-9D81-14BC92C4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91" y="876034"/>
            <a:ext cx="7956386" cy="54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6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ko-KR" dirty="0"/>
              <a:t>CSS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선택자란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sz="1400" b="0" dirty="0"/>
              <a:t>하위 </a:t>
            </a:r>
            <a:r>
              <a:rPr kumimoji="1" lang="ko-KR" altLang="en-US" sz="1400" b="0" dirty="0" err="1"/>
              <a:t>선택자</a:t>
            </a:r>
            <a:endParaRPr kumimoji="1" lang="ko-Kore-KR" alt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C77F9-0BE9-1740-967C-B32B1FDB25A0}"/>
              </a:ext>
            </a:extLst>
          </p:cNvPr>
          <p:cNvSpPr txBox="1"/>
          <p:nvPr/>
        </p:nvSpPr>
        <p:spPr>
          <a:xfrm>
            <a:off x="4022853" y="479665"/>
            <a:ext cx="10183477" cy="40003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특정 요소의 하위에 있는 요소들을 선택한다</a:t>
            </a:r>
            <a:r>
              <a:rPr kumimoji="1" lang="en-US" altLang="ko-KR" sz="20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+mn-ea"/>
                <a:cs typeface="Arial" panose="020B0604020202020204" pitchFamily="34" charset="0"/>
              </a:rPr>
              <a:t>.</a:t>
            </a:r>
            <a:endParaRPr kumimoji="1" lang="ko-Kore-KR" altLang="en-US" sz="20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6673488B-0CCA-5747-A4AC-6060B0C8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47" y="994497"/>
            <a:ext cx="7579035" cy="5552957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81E3F025-F011-DA44-A056-21E817BD5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349" y="1061934"/>
            <a:ext cx="8679346" cy="48015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E135A95D-8B1A-C544-8EBC-7E16DB6E2383}"/>
                  </a:ext>
                </a:extLst>
              </p14:cNvPr>
              <p14:cNvContentPartPr/>
              <p14:nvPr/>
            </p14:nvContentPartPr>
            <p14:xfrm>
              <a:off x="610842" y="1537278"/>
              <a:ext cx="807120" cy="648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E135A95D-8B1A-C544-8EBC-7E16DB6E23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842" y="1501278"/>
                <a:ext cx="8427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2884FE7C-992A-9D46-BA7B-FF9BC4A49BEA}"/>
                  </a:ext>
                </a:extLst>
              </p14:cNvPr>
              <p14:cNvContentPartPr/>
              <p14:nvPr/>
            </p14:nvContentPartPr>
            <p14:xfrm>
              <a:off x="4425042" y="1717998"/>
              <a:ext cx="1568520" cy="169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2884FE7C-992A-9D46-BA7B-FF9BC4A49B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7042" y="1681998"/>
                <a:ext cx="16041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CD05E516-3A2F-8545-8F25-C093552E0A5B}"/>
                  </a:ext>
                </a:extLst>
              </p14:cNvPr>
              <p14:cNvContentPartPr/>
              <p14:nvPr/>
            </p14:nvContentPartPr>
            <p14:xfrm>
              <a:off x="593562" y="4842798"/>
              <a:ext cx="921600" cy="1260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CD05E516-3A2F-8545-8F25-C093552E0A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5562" y="4806798"/>
                <a:ext cx="9572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BAE64F96-DD9A-094C-B876-75FC070FA605}"/>
                  </a:ext>
                </a:extLst>
              </p14:cNvPr>
              <p14:cNvContentPartPr/>
              <p14:nvPr/>
            </p14:nvContentPartPr>
            <p14:xfrm>
              <a:off x="4437642" y="3155118"/>
              <a:ext cx="1920600" cy="2448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BAE64F96-DD9A-094C-B876-75FC070FA60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20002" y="3119118"/>
                <a:ext cx="19562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E2612F64-5C1A-9C48-8582-5265171F7736}"/>
                  </a:ext>
                </a:extLst>
              </p14:cNvPr>
              <p14:cNvContentPartPr/>
              <p14:nvPr/>
            </p14:nvContentPartPr>
            <p14:xfrm>
              <a:off x="537762" y="1382838"/>
              <a:ext cx="211320" cy="19764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E2612F64-5C1A-9C48-8582-5265171F773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3442" y="1378518"/>
                <a:ext cx="2199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4A7E625D-E9F2-3D43-A0C7-F0F72153284F}"/>
                  </a:ext>
                </a:extLst>
              </p14:cNvPr>
              <p14:cNvContentPartPr/>
              <p14:nvPr/>
            </p14:nvContentPartPr>
            <p14:xfrm>
              <a:off x="4672722" y="1294638"/>
              <a:ext cx="247680" cy="28368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4A7E625D-E9F2-3D43-A0C7-F0F72153284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68402" y="1290318"/>
                <a:ext cx="2563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CC071994-1AB5-5446-A72F-0B3C388AFAB0}"/>
                  </a:ext>
                </a:extLst>
              </p14:cNvPr>
              <p14:cNvContentPartPr/>
              <p14:nvPr/>
            </p14:nvContentPartPr>
            <p14:xfrm>
              <a:off x="478362" y="1291038"/>
              <a:ext cx="123840" cy="882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CC071994-1AB5-5446-A72F-0B3C388AFA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4042" y="1286718"/>
                <a:ext cx="1324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55B95A76-D9A5-AC44-9447-4F81305DC245}"/>
                  </a:ext>
                </a:extLst>
              </p14:cNvPr>
              <p14:cNvContentPartPr/>
              <p14:nvPr/>
            </p14:nvContentPartPr>
            <p14:xfrm>
              <a:off x="4767042" y="1174398"/>
              <a:ext cx="190080" cy="10476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55B95A76-D9A5-AC44-9447-4F81305DC24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62722" y="1170078"/>
                <a:ext cx="198720" cy="1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1848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676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프로젝트 실습</a:t>
            </a:r>
            <a:endParaRPr kumimoji="1" lang="ko-Kore-KR" altLang="en-US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3275D6-3A08-D34B-94BF-B13F661E9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624" y="492852"/>
            <a:ext cx="5887464" cy="598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47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R" altLang="en-US" dirty="0"/>
              <a:t>프로젝트 실습</a:t>
            </a:r>
            <a:endParaRPr kumimoji="1" lang="ko-Kore-KR" altLang="en-US" b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0B5ED3-DAB7-AD48-8B75-ED4CEBA45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039" y="262424"/>
            <a:ext cx="4032596" cy="61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2070</Words>
  <Application>Microsoft Macintosh PowerPoint</Application>
  <PresentationFormat>와이드스크린</PresentationFormat>
  <Paragraphs>320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97</cp:revision>
  <dcterms:created xsi:type="dcterms:W3CDTF">2020-12-17T02:01:33Z</dcterms:created>
  <dcterms:modified xsi:type="dcterms:W3CDTF">2021-01-18T07:28:28Z</dcterms:modified>
</cp:coreProperties>
</file>