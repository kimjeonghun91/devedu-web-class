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59" r:id="rId1"/>
  </p:sldMasterIdLst>
  <p:notesMasterIdLst>
    <p:notesMasterId r:id="rId18"/>
  </p:notesMasterIdLst>
  <p:sldIdLst>
    <p:sldId id="266" r:id="rId2"/>
    <p:sldId id="292" r:id="rId3"/>
    <p:sldId id="302" r:id="rId4"/>
    <p:sldId id="303" r:id="rId5"/>
    <p:sldId id="304" r:id="rId6"/>
    <p:sldId id="305" r:id="rId7"/>
    <p:sldId id="306" r:id="rId8"/>
    <p:sldId id="307" r:id="rId9"/>
    <p:sldId id="309" r:id="rId10"/>
    <p:sldId id="308" r:id="rId11"/>
    <p:sldId id="311" r:id="rId12"/>
    <p:sldId id="312" r:id="rId13"/>
    <p:sldId id="310" r:id="rId14"/>
    <p:sldId id="313" r:id="rId15"/>
    <p:sldId id="314" r:id="rId16"/>
    <p:sldId id="315" r:id="rId17"/>
  </p:sldIdLst>
  <p:sldSz cx="12192000" cy="6858000"/>
  <p:notesSz cx="6858000" cy="9144000"/>
  <p:defaultTextStyle>
    <a:defPPr>
      <a:defRPr lang="ko-Kore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546A"/>
    <a:srgbClr val="54CF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71"/>
    <p:restoredTop sz="76127"/>
  </p:normalViewPr>
  <p:slideViewPr>
    <p:cSldViewPr snapToGrid="0" snapToObjects="1">
      <p:cViewPr varScale="1">
        <p:scale>
          <a:sx n="92" d="100"/>
          <a:sy n="92" d="100"/>
        </p:scale>
        <p:origin x="16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19" d="100"/>
          <a:sy n="119" d="100"/>
        </p:scale>
        <p:origin x="3920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ore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FB2E54-8ADE-1C42-B7E1-8C04B8CD0931}" type="datetimeFigureOut">
              <a:rPr kumimoji="1" lang="ko-Kore-KR" altLang="en-US" smtClean="0"/>
              <a:t>6/14/21</a:t>
            </a:fld>
            <a:endParaRPr kumimoji="1" lang="ko-Kore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ore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ore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FA6CA5-1AB8-7840-86E1-8A38211DD311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07166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2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6545597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3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9569716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4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1391300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5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221797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6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9595375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&lt;!DOCTYPE html&gt;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&lt;html&gt;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&lt;head&gt;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charset="utf-8"&gt;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name="viewport" content="width=device-width, initial-scale=1.0"&gt;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&lt;title&gt;Browser&lt;/title&gt;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&lt;style&gt;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&lt;/style&gt;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&lt;/head&gt;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&lt;body&gt;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&lt;body&gt;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class="one" style="width: 300px; height: 300px; background-color: red;"&gt;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class="two" style="width: 200px; height: 200px; background-color: blue;"&gt;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class="three" style="width: 100px; height: 100px; background-color: green;"&gt;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&lt;/body&gt;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&lt;script type="text/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javascript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divs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document.querySelectorAll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('div');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divs.forEach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(function (div) {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div.addEventListener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() =&gt; {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console.log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event.currentTarget.className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&lt;/script&gt;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&lt;/body&gt;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&lt;/html&gt;</a:t>
            </a: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7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8641757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&lt;!DOCTYPE html&gt;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&lt;html&gt;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&lt;head&gt;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charset="utf-8"&gt;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name="viewport" content="width=device-width, initial-scale=1.0"&gt;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&lt;title&gt;Browser&lt;/title&gt;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&lt;style&gt;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&lt;/style&gt;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&lt;/head&gt;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&lt;body&gt;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&lt;body&gt;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class="one" style="width: 300px; height: 300px; background-color: red;"&gt;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class="two" style="width: 200px; height: 200px; background-color: blue;"&gt;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class="three" style="width: 100px; height: 100px; background-color: green;"&gt;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&lt;/body&gt;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&lt;script type="text/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javascript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divs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document.querySelectorAll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('div');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divs.forEach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(function (div) {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div.addEventListener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() =&gt; {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console.log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event.currentTarget.className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}, 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capture: true // default: false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&lt;/script&gt;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&lt;/body&gt;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&lt;/html&gt;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8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5493513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9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687288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&lt;!DOCTYPE html&gt;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&lt;html&gt;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&lt;head&gt;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charset="utf-8"&gt;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name="viewport" content="width=device-width, initial-scale=1.0"&gt;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&lt;title&gt;Browser&lt;/title&gt;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&lt;style&gt;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&lt;/style&gt;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&lt;/head&gt;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&lt;body&gt;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class="one" style="width: 300px; height: 300px; background-color: red;"&gt;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class="two" style="width: 200px; height: 200px; background-color: blue;"&gt;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class="three" style="width: 100px; height: 100px; background-color: green;"&gt;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&lt;/body&gt;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&lt;script type="text/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javascript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divs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document.querySelectorAll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('div');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divs.forEach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(function (div) {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div.addEventListener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(event) =&gt; {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event.stopPropagation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console.log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event.currentTarget.className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}, 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capture: true // default: false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&lt;/script&gt;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&lt;/html&gt;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10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8721748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&lt;!DOCTYPE html&gt;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&lt;html&gt;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&lt;head&gt;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charset="utf-8"&gt;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name="viewport" content="width=device-width, initial-scale=1.0"&gt;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&lt;title&gt;Browser&lt;/title&gt;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&lt;style&gt;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&lt;/style&gt;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&lt;/head&gt;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&lt;body&gt;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class="one" style="width: 300px; height: 300px; background-color: red;"&gt;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class="two" style="width: 200px; height: 200px; background-color: blue;"&gt;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class="three" style="width: 100px; height: 100px; background-color: green;"&gt;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&lt;/body&gt;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&lt;script type="text/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javascript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 one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('.one');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 two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('.two');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 three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('.three');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one.addEventListener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() =&gt; 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(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event.target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!==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event.currentTarget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return;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console.log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event.currentTarget.className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two.addEventListener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() =&gt; 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(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event.target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!==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event.currentTarget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return;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console.log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event.currentTarget.className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three.addEventListener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() =&gt; 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(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event.target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!==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event.currentTarget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return;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console.log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event.currentTarget.className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&lt;/script&gt;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&lt;/html&gt;</a:t>
            </a:r>
          </a:p>
          <a:p>
            <a:endParaRPr lang="en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11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40397270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12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40389023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&lt;!DOCTYPE html&gt;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&lt;html&gt;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&lt;head&gt;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charset="utf-8"&gt;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name="viewport" content="width=device-width, initial-scale=1.0"&gt;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&lt;title&gt;Browser&lt;/title&gt;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&lt;style&gt;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&lt;/style&gt;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&lt;/head&gt;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&lt;body&gt;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&lt;body&gt;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&lt;a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href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="https://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www.naver.com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/"&gt;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네이버 링크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&lt;/body&gt;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&lt;script type="text/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javascript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aTag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('a');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aTag.addEventListener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(event) =&gt; {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event.preventDefault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&lt;/script&gt;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&lt;/body&gt;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&lt;/html&gt;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13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8692478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14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0086583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&lt;!DOCTYPE html&gt;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&lt;html&gt;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&lt;head&gt;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charset="utf-8"&gt;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name="viewport" content="width=device-width, initial-scale=1.0"&gt;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&lt;title&gt;Browser&lt;/title&gt;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&lt;style&gt;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.selected 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background-color: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greenyellow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&lt;/style&gt;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&lt;/head&gt;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&lt;body&gt;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&lt;ul&gt;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&lt;li&gt;btn01&lt;/li&gt;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&lt;li&gt;btn02&lt;/li&gt;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&lt;li&gt;btn03&lt;/li&gt;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&lt;li&gt;btn04&lt;/li&gt;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&lt;li&gt;btn05&lt;/li&gt;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&lt;/ul&gt;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&lt;/body&gt;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&lt;script type="text/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javascript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lis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document.querySelectorAll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('li');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lis.forEach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(li =&gt; {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li.addEventListener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() =&gt; {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li.classList.add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('selected');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&lt;/script&gt;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&lt;/html&gt;</a:t>
            </a: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15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40747800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&lt;!DOCTYPE html&gt;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&lt;html&gt;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&lt;head&gt;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charset="utf-8"&gt;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name="viewport" content="width=device-width, initial-scale=1.0"&gt;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&lt;title&gt;Browser&lt;/title&gt;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&lt;style&gt;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.selected 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background-color: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greenyellow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&lt;/style&gt;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&lt;/head&gt;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&lt;body&gt;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&lt;ul&gt;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&lt;li&gt;btn01&lt;/li&gt;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&lt;li&gt;btn02&lt;/li&gt;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&lt;li&gt;btn03&lt;/li&gt;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&lt;li&gt;btn04&lt;/li&gt;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&lt;li&gt;btn05&lt;/li&gt;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&lt;/ul&gt;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&lt;/body&gt;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&lt;script type="text/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javascript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ul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('ul');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ul.addEventListener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event =&gt; {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console.log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event.target.tagName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: "+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event.target.tagName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)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(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event.target.tagName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=== 'LI') {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event.target.classList.add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('selected');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&lt;/script&gt;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&lt;/html&gt;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16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847034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목차">
    <p:bg>
      <p:bgPr>
        <a:solidFill>
          <a:srgbClr val="54CF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2F3813-9611-B04C-98A8-B2680B4F5D3D}"/>
              </a:ext>
            </a:extLst>
          </p:cNvPr>
          <p:cNvSpPr/>
          <p:nvPr userDrawn="1"/>
        </p:nvSpPr>
        <p:spPr>
          <a:xfrm>
            <a:off x="0" y="0"/>
            <a:ext cx="12192000" cy="658054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E2B818-9085-8741-86C8-47EEDB5B7B65}"/>
              </a:ext>
            </a:extLst>
          </p:cNvPr>
          <p:cNvSpPr txBox="1"/>
          <p:nvPr userDrawn="1"/>
        </p:nvSpPr>
        <p:spPr>
          <a:xfrm>
            <a:off x="845794" y="6580541"/>
            <a:ext cx="26280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ore-KR" sz="1200" dirty="0"/>
              <a:t>copyright © </a:t>
            </a:r>
            <a:r>
              <a:rPr kumimoji="1" lang="en-US" altLang="ko-Kore-KR" sz="1200" dirty="0" err="1"/>
              <a:t>Devedu</a:t>
            </a:r>
            <a:r>
              <a:rPr kumimoji="1" lang="en-US" altLang="ko-Kore-KR" sz="1200" dirty="0"/>
              <a:t>. all rights reserved</a:t>
            </a:r>
            <a:endParaRPr kumimoji="1" lang="ko-Kore-KR" altLang="en-US" sz="1200" dirty="0"/>
          </a:p>
        </p:txBody>
      </p:sp>
      <p:sp>
        <p:nvSpPr>
          <p:cNvPr id="32" name="슬라이드 번호 개체 틀 5">
            <a:extLst>
              <a:ext uri="{FF2B5EF4-FFF2-40B4-BE49-F238E27FC236}">
                <a16:creationId xmlns:a16="http://schemas.microsoft.com/office/drawing/2014/main" id="{DCAFC4AF-F07B-A642-980A-FCEAB01BB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85218"/>
            <a:ext cx="2743200" cy="276999"/>
          </a:xfrm>
        </p:spPr>
        <p:txBody>
          <a:bodyPr>
            <a:spAutoFit/>
          </a:bodyPr>
          <a:lstStyle/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  <p:sp>
        <p:nvSpPr>
          <p:cNvPr id="8" name="다이아몬드 7">
            <a:extLst>
              <a:ext uri="{FF2B5EF4-FFF2-40B4-BE49-F238E27FC236}">
                <a16:creationId xmlns:a16="http://schemas.microsoft.com/office/drawing/2014/main" id="{A11D6FC2-3699-114E-A2F5-2DF05DA32C3B}"/>
              </a:ext>
            </a:extLst>
          </p:cNvPr>
          <p:cNvSpPr/>
          <p:nvPr userDrawn="1"/>
        </p:nvSpPr>
        <p:spPr>
          <a:xfrm>
            <a:off x="445064" y="1507744"/>
            <a:ext cx="564022" cy="564022"/>
          </a:xfrm>
          <a:prstGeom prst="diamond">
            <a:avLst/>
          </a:prstGeom>
          <a:solidFill>
            <a:srgbClr val="55CF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03838A-BE2E-8E43-B618-8D65C885101B}"/>
              </a:ext>
            </a:extLst>
          </p:cNvPr>
          <p:cNvSpPr txBox="1"/>
          <p:nvPr userDrawn="1"/>
        </p:nvSpPr>
        <p:spPr>
          <a:xfrm>
            <a:off x="667133" y="1548617"/>
            <a:ext cx="1284642" cy="523149"/>
          </a:xfrm>
          <a:prstGeom prst="rect">
            <a:avLst/>
          </a:prstGeom>
          <a:noFill/>
        </p:spPr>
        <p:txBody>
          <a:bodyPr wrap="none" lIns="91374" tIns="45685" rIns="91374" bIns="45685">
            <a:spAutoFit/>
          </a:bodyPr>
          <a:lstStyle/>
          <a:p>
            <a:pPr defTabSz="912813" fontAlgn="base">
              <a:spcBef>
                <a:spcPts val="600"/>
              </a:spcBef>
              <a:spcAft>
                <a:spcPct val="0"/>
              </a:spcAft>
              <a:defRPr/>
            </a:pPr>
            <a:r>
              <a:rPr kumimoji="1" lang="en-US" altLang="ko-KR" sz="28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ea typeface="맑은 고딕" pitchFamily="50" charset="-127"/>
                <a:cs typeface="Arial" panose="020B0604020202020204" pitchFamily="34" charset="0"/>
              </a:rPr>
              <a:t>INDEX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B78544-F529-9243-9639-1427C2074DC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37723" y="2745487"/>
            <a:ext cx="1584713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chemeClr val="bg1">
                    <a:lumMod val="65000"/>
                    <a:lumOff val="35000"/>
                  </a:schemeClr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ko-KR" altLang="en-US" dirty="0" err="1"/>
              <a:t>큰제목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34C11287-0330-9147-8C4E-97969ED1571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297800" y="2745487"/>
            <a:ext cx="548917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rgbClr val="54CFD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en-US" altLang="ko-KR" dirty="0"/>
              <a:t>01.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4DD148-E2F3-6F43-A830-B1DF9707D56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45679" y="3206328"/>
            <a:ext cx="1517464" cy="1141851"/>
          </a:xfrm>
        </p:spPr>
        <p:txBody>
          <a:bodyPr>
            <a:spAutoFit/>
          </a:bodyPr>
          <a:lstStyle>
            <a:lvl1pPr>
              <a:buFont typeface="Wingdings" pitchFamily="2" charset="2"/>
              <a:buChar char="v"/>
              <a:defRPr sz="1200">
                <a:ln>
                  <a:noFill/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소제목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ko-Kore-KR" altLang="en-US" dirty="0"/>
          </a:p>
        </p:txBody>
      </p:sp>
      <p:sp>
        <p:nvSpPr>
          <p:cNvPr id="27" name="내용 개체 틀 2">
            <a:extLst>
              <a:ext uri="{FF2B5EF4-FFF2-40B4-BE49-F238E27FC236}">
                <a16:creationId xmlns:a16="http://schemas.microsoft.com/office/drawing/2014/main" id="{CA3EE9B3-6AC5-F94F-8261-F1619ABE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373347" y="2745487"/>
            <a:ext cx="1584713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chemeClr val="bg1">
                    <a:lumMod val="65000"/>
                    <a:lumOff val="35000"/>
                  </a:schemeClr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ko-KR" altLang="en-US" dirty="0" err="1"/>
              <a:t>큰제목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</p:txBody>
      </p:sp>
      <p:sp>
        <p:nvSpPr>
          <p:cNvPr id="28" name="내용 개체 틀 2">
            <a:extLst>
              <a:ext uri="{FF2B5EF4-FFF2-40B4-BE49-F238E27FC236}">
                <a16:creationId xmlns:a16="http://schemas.microsoft.com/office/drawing/2014/main" id="{479462A3-7C4E-9243-902A-129F0F8368E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33424" y="2745487"/>
            <a:ext cx="548917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rgbClr val="54CFD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en-US" altLang="ko-KR" dirty="0"/>
              <a:t>01.</a:t>
            </a:r>
          </a:p>
        </p:txBody>
      </p:sp>
      <p:sp>
        <p:nvSpPr>
          <p:cNvPr id="30" name="텍스트 개체 틀 4">
            <a:extLst>
              <a:ext uri="{FF2B5EF4-FFF2-40B4-BE49-F238E27FC236}">
                <a16:creationId xmlns:a16="http://schemas.microsoft.com/office/drawing/2014/main" id="{955026BC-E4E9-4E4C-A8FA-AA998F48E9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81303" y="3206328"/>
            <a:ext cx="1517464" cy="1141851"/>
          </a:xfrm>
        </p:spPr>
        <p:txBody>
          <a:bodyPr>
            <a:spAutoFit/>
          </a:bodyPr>
          <a:lstStyle>
            <a:lvl1pPr>
              <a:buFont typeface="Wingdings" pitchFamily="2" charset="2"/>
              <a:buChar char="v"/>
              <a:defRPr sz="1200">
                <a:ln>
                  <a:noFill/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소제목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ko-Kore-KR" altLang="en-US" dirty="0"/>
          </a:p>
        </p:txBody>
      </p:sp>
      <p:sp>
        <p:nvSpPr>
          <p:cNvPr id="31" name="내용 개체 틀 2">
            <a:extLst>
              <a:ext uri="{FF2B5EF4-FFF2-40B4-BE49-F238E27FC236}">
                <a16:creationId xmlns:a16="http://schemas.microsoft.com/office/drawing/2014/main" id="{37D67461-D793-1544-B693-992F84F737AA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883465" y="2745487"/>
            <a:ext cx="1584713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chemeClr val="bg1">
                    <a:lumMod val="65000"/>
                    <a:lumOff val="35000"/>
                  </a:schemeClr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ko-KR" altLang="en-US" dirty="0" err="1"/>
              <a:t>큰제목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</p:txBody>
      </p:sp>
      <p:sp>
        <p:nvSpPr>
          <p:cNvPr id="33" name="내용 개체 틀 2">
            <a:extLst>
              <a:ext uri="{FF2B5EF4-FFF2-40B4-BE49-F238E27FC236}">
                <a16:creationId xmlns:a16="http://schemas.microsoft.com/office/drawing/2014/main" id="{5954E74E-5CB1-174E-8154-A3FD85F60F77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443542" y="2745487"/>
            <a:ext cx="548917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rgbClr val="54CFD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en-US" altLang="ko-KR" dirty="0"/>
              <a:t>01.</a:t>
            </a:r>
          </a:p>
        </p:txBody>
      </p:sp>
      <p:sp>
        <p:nvSpPr>
          <p:cNvPr id="34" name="텍스트 개체 틀 4">
            <a:extLst>
              <a:ext uri="{FF2B5EF4-FFF2-40B4-BE49-F238E27FC236}">
                <a16:creationId xmlns:a16="http://schemas.microsoft.com/office/drawing/2014/main" id="{F6C9143E-F40A-FD4B-9B91-87D3A44965E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91421" y="3206328"/>
            <a:ext cx="1517464" cy="1141851"/>
          </a:xfrm>
        </p:spPr>
        <p:txBody>
          <a:bodyPr>
            <a:spAutoFit/>
          </a:bodyPr>
          <a:lstStyle>
            <a:lvl1pPr>
              <a:buFont typeface="Wingdings" pitchFamily="2" charset="2"/>
              <a:buChar char="v"/>
              <a:defRPr sz="1200">
                <a:ln>
                  <a:noFill/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소제목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ko-Kore-KR" altLang="en-US" dirty="0"/>
          </a:p>
        </p:txBody>
      </p:sp>
      <p:sp>
        <p:nvSpPr>
          <p:cNvPr id="35" name="내용 개체 틀 2">
            <a:extLst>
              <a:ext uri="{FF2B5EF4-FFF2-40B4-BE49-F238E27FC236}">
                <a16:creationId xmlns:a16="http://schemas.microsoft.com/office/drawing/2014/main" id="{112B5D26-A0CE-9341-8145-20A60E6965D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9393583" y="2745487"/>
            <a:ext cx="1584713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chemeClr val="bg1">
                    <a:lumMod val="65000"/>
                    <a:lumOff val="35000"/>
                  </a:schemeClr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ko-KR" altLang="en-US" dirty="0" err="1"/>
              <a:t>큰제목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</p:txBody>
      </p:sp>
      <p:sp>
        <p:nvSpPr>
          <p:cNvPr id="36" name="내용 개체 틀 2">
            <a:extLst>
              <a:ext uri="{FF2B5EF4-FFF2-40B4-BE49-F238E27FC236}">
                <a16:creationId xmlns:a16="http://schemas.microsoft.com/office/drawing/2014/main" id="{94B07A4E-FE2B-E84D-AE7D-6887DCE53F9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953660" y="2745487"/>
            <a:ext cx="548917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rgbClr val="54CFD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en-US" altLang="ko-KR" dirty="0"/>
              <a:t>01.</a:t>
            </a:r>
          </a:p>
        </p:txBody>
      </p:sp>
      <p:sp>
        <p:nvSpPr>
          <p:cNvPr id="37" name="텍스트 개체 틀 4">
            <a:extLst>
              <a:ext uri="{FF2B5EF4-FFF2-40B4-BE49-F238E27FC236}">
                <a16:creationId xmlns:a16="http://schemas.microsoft.com/office/drawing/2014/main" id="{7F9D5FEC-DBD4-9B47-A8A2-76906CE8BB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401539" y="3206328"/>
            <a:ext cx="1517464" cy="1141851"/>
          </a:xfrm>
        </p:spPr>
        <p:txBody>
          <a:bodyPr>
            <a:spAutoFit/>
          </a:bodyPr>
          <a:lstStyle>
            <a:lvl1pPr>
              <a:buFont typeface="Wingdings" pitchFamily="2" charset="2"/>
              <a:buChar char="v"/>
              <a:defRPr sz="1200">
                <a:ln>
                  <a:noFill/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소제목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26229271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제목">
    <p:bg>
      <p:bgPr>
        <a:solidFill>
          <a:srgbClr val="54CF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2F3813-9611-B04C-98A8-B2680B4F5D3D}"/>
              </a:ext>
            </a:extLst>
          </p:cNvPr>
          <p:cNvSpPr/>
          <p:nvPr userDrawn="1"/>
        </p:nvSpPr>
        <p:spPr>
          <a:xfrm>
            <a:off x="0" y="0"/>
            <a:ext cx="12192000" cy="6580541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18" name="내용 개체 틀 17">
            <a:extLst>
              <a:ext uri="{FF2B5EF4-FFF2-40B4-BE49-F238E27FC236}">
                <a16:creationId xmlns:a16="http://schemas.microsoft.com/office/drawing/2014/main" id="{11EB12BD-423E-D942-AA60-48E193A3A96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26392" y="3460960"/>
            <a:ext cx="7042151" cy="535531"/>
          </a:xfrm>
        </p:spPr>
        <p:txBody>
          <a:bodyPr wrap="square" anchor="ctr" anchorCtr="0">
            <a:spAutoFit/>
          </a:bodyPr>
          <a:lstStyle>
            <a:lvl1pPr>
              <a:buNone/>
              <a:defRPr sz="3200" b="1"/>
            </a:lvl1pPr>
          </a:lstStyle>
          <a:p>
            <a:pPr lvl="0"/>
            <a:r>
              <a:rPr kumimoji="1" lang="ko-KR" altLang="en-US" dirty="0"/>
              <a:t>마스터 텍스트</a:t>
            </a:r>
            <a:endParaRPr kumimoji="1" lang="ko-Kore-KR" altLang="en-US" dirty="0"/>
          </a:p>
        </p:txBody>
      </p:sp>
      <p:sp>
        <p:nvSpPr>
          <p:cNvPr id="24" name="내용 개체 틀 23">
            <a:extLst>
              <a:ext uri="{FF2B5EF4-FFF2-40B4-BE49-F238E27FC236}">
                <a16:creationId xmlns:a16="http://schemas.microsoft.com/office/drawing/2014/main" id="{F23B5EBD-C357-6E46-AC78-8CC3CDDA810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35357" y="4052353"/>
            <a:ext cx="7042151" cy="286232"/>
          </a:xfrm>
        </p:spPr>
        <p:txBody>
          <a:bodyPr anchor="ctr" anchorCtr="0">
            <a:spAutoFit/>
          </a:bodyPr>
          <a:lstStyle>
            <a:lvl1pPr>
              <a:buNone/>
              <a:defRPr sz="1400"/>
            </a:lvl1pPr>
          </a:lstStyle>
          <a:p>
            <a:pPr lvl="0"/>
            <a:r>
              <a:rPr kumimoji="1" lang="ko-KR" altLang="en-US" dirty="0"/>
              <a:t>서브 타이틀이 들어가는 자리</a:t>
            </a:r>
            <a:endParaRPr kumimoji="1" lang="ko-Kore-KR" altLang="en-US" dirty="0"/>
          </a:p>
        </p:txBody>
      </p:sp>
      <p:sp>
        <p:nvSpPr>
          <p:cNvPr id="28" name="내용 개체 틀 27">
            <a:extLst>
              <a:ext uri="{FF2B5EF4-FFF2-40B4-BE49-F238E27FC236}">
                <a16:creationId xmlns:a16="http://schemas.microsoft.com/office/drawing/2014/main" id="{E0BAA295-AF35-8640-9328-4A9C9801DDDC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15839" y="2192410"/>
            <a:ext cx="1250576" cy="2723823"/>
          </a:xfrm>
        </p:spPr>
        <p:txBody>
          <a:bodyPr wrap="square" anchor="ctr" anchorCtr="0">
            <a:spAutoFit/>
          </a:bodyPr>
          <a:lstStyle>
            <a:lvl1pPr>
              <a:buNone/>
              <a:defRPr sz="19000" b="1">
                <a:solidFill>
                  <a:srgbClr val="54CFD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en-US" altLang="ko-KR" dirty="0"/>
              <a:t>1</a:t>
            </a:r>
            <a:endParaRPr kumimoji="1" lang="ko-Kore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E2B818-9085-8741-86C8-47EEDB5B7B65}"/>
              </a:ext>
            </a:extLst>
          </p:cNvPr>
          <p:cNvSpPr txBox="1"/>
          <p:nvPr userDrawn="1"/>
        </p:nvSpPr>
        <p:spPr>
          <a:xfrm>
            <a:off x="845794" y="6580541"/>
            <a:ext cx="26280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ore-KR" sz="1200" dirty="0"/>
              <a:t>copyright © </a:t>
            </a:r>
            <a:r>
              <a:rPr kumimoji="1" lang="en-US" altLang="ko-Kore-KR" sz="1200" dirty="0" err="1"/>
              <a:t>Devedu</a:t>
            </a:r>
            <a:r>
              <a:rPr kumimoji="1" lang="en-US" altLang="ko-Kore-KR" sz="1200" dirty="0"/>
              <a:t>. all rights reserved</a:t>
            </a:r>
            <a:endParaRPr kumimoji="1" lang="ko-Kore-KR" altLang="en-US" sz="1200" dirty="0"/>
          </a:p>
        </p:txBody>
      </p:sp>
      <p:sp>
        <p:nvSpPr>
          <p:cNvPr id="32" name="슬라이드 번호 개체 틀 5">
            <a:extLst>
              <a:ext uri="{FF2B5EF4-FFF2-40B4-BE49-F238E27FC236}">
                <a16:creationId xmlns:a16="http://schemas.microsoft.com/office/drawing/2014/main" id="{DCAFC4AF-F07B-A642-980A-FCEAB01BB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85218"/>
            <a:ext cx="2743200" cy="276999"/>
          </a:xfrm>
        </p:spPr>
        <p:txBody>
          <a:bodyPr>
            <a:spAutoFit/>
          </a:bodyPr>
          <a:lstStyle/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6770392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본문">
    <p:bg>
      <p:bgPr>
        <a:solidFill>
          <a:srgbClr val="54CF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2F3813-9611-B04C-98A8-B2680B4F5D3D}"/>
              </a:ext>
            </a:extLst>
          </p:cNvPr>
          <p:cNvSpPr/>
          <p:nvPr userDrawn="1"/>
        </p:nvSpPr>
        <p:spPr>
          <a:xfrm>
            <a:off x="0" y="0"/>
            <a:ext cx="12192000" cy="658054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E2B818-9085-8741-86C8-47EEDB5B7B65}"/>
              </a:ext>
            </a:extLst>
          </p:cNvPr>
          <p:cNvSpPr txBox="1"/>
          <p:nvPr userDrawn="1"/>
        </p:nvSpPr>
        <p:spPr>
          <a:xfrm>
            <a:off x="845794" y="6580541"/>
            <a:ext cx="26280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ore-KR" sz="1200" dirty="0"/>
              <a:t>copyright © </a:t>
            </a:r>
            <a:r>
              <a:rPr kumimoji="1" lang="en-US" altLang="ko-Kore-KR" sz="1200" dirty="0" err="1"/>
              <a:t>Devedu</a:t>
            </a:r>
            <a:r>
              <a:rPr kumimoji="1" lang="en-US" altLang="ko-Kore-KR" sz="1200" dirty="0"/>
              <a:t>. all rights reserved</a:t>
            </a:r>
            <a:endParaRPr kumimoji="1" lang="ko-Kore-KR" altLang="en-US" sz="1200" dirty="0"/>
          </a:p>
        </p:txBody>
      </p:sp>
      <p:sp>
        <p:nvSpPr>
          <p:cNvPr id="32" name="슬라이드 번호 개체 틀 5">
            <a:extLst>
              <a:ext uri="{FF2B5EF4-FFF2-40B4-BE49-F238E27FC236}">
                <a16:creationId xmlns:a16="http://schemas.microsoft.com/office/drawing/2014/main" id="{DCAFC4AF-F07B-A642-980A-FCEAB01BB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85218"/>
            <a:ext cx="2743200" cy="276999"/>
          </a:xfrm>
        </p:spPr>
        <p:txBody>
          <a:bodyPr>
            <a:spAutoFit/>
          </a:bodyPr>
          <a:lstStyle/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  <p:sp>
        <p:nvSpPr>
          <p:cNvPr id="7" name="다이아몬드 6">
            <a:extLst>
              <a:ext uri="{FF2B5EF4-FFF2-40B4-BE49-F238E27FC236}">
                <a16:creationId xmlns:a16="http://schemas.microsoft.com/office/drawing/2014/main" id="{7C1A53BE-79A1-1443-B395-F66226A9E860}"/>
              </a:ext>
            </a:extLst>
          </p:cNvPr>
          <p:cNvSpPr/>
          <p:nvPr userDrawn="1"/>
        </p:nvSpPr>
        <p:spPr>
          <a:xfrm>
            <a:off x="521264" y="389103"/>
            <a:ext cx="564022" cy="564022"/>
          </a:xfrm>
          <a:prstGeom prst="diamond">
            <a:avLst/>
          </a:prstGeom>
          <a:solidFill>
            <a:srgbClr val="54CF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n>
                <a:noFill/>
              </a:ln>
            </a:endParaRPr>
          </a:p>
        </p:txBody>
      </p:sp>
      <p:sp>
        <p:nvSpPr>
          <p:cNvPr id="21" name="내용 개체 틀 20">
            <a:extLst>
              <a:ext uri="{FF2B5EF4-FFF2-40B4-BE49-F238E27FC236}">
                <a16:creationId xmlns:a16="http://schemas.microsoft.com/office/drawing/2014/main" id="{5CF5FC27-752C-4740-B570-7C440F0BF4F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63783" y="451302"/>
            <a:ext cx="564021" cy="424732"/>
          </a:xfrm>
        </p:spPr>
        <p:txBody>
          <a:bodyPr wrap="square" anchor="ctr" anchorCtr="0">
            <a:spAutoFit/>
          </a:bodyPr>
          <a:lstStyle>
            <a:lvl1pPr>
              <a:buNone/>
              <a:defRPr sz="2400"/>
            </a:lvl1pPr>
          </a:lstStyle>
          <a:p>
            <a:pPr lvl="0"/>
            <a:r>
              <a:rPr kumimoji="1" lang="en-US" altLang="ko-Kore-KR" dirty="0"/>
              <a:t>0</a:t>
            </a:r>
            <a:r>
              <a:rPr kumimoji="1" lang="en-US" altLang="ko-KR" dirty="0"/>
              <a:t>1</a:t>
            </a:r>
            <a:endParaRPr kumimoji="1" lang="ko-Kore-KR" altLang="en-US" dirty="0"/>
          </a:p>
        </p:txBody>
      </p:sp>
      <p:sp>
        <p:nvSpPr>
          <p:cNvPr id="23" name="내용 개체 틀 22">
            <a:extLst>
              <a:ext uri="{FF2B5EF4-FFF2-40B4-BE49-F238E27FC236}">
                <a16:creationId xmlns:a16="http://schemas.microsoft.com/office/drawing/2014/main" id="{9CBA9637-4268-E34F-A033-852CEB4858C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170323" y="492852"/>
            <a:ext cx="7507512" cy="341632"/>
          </a:xfrm>
        </p:spPr>
        <p:txBody>
          <a:bodyPr wrap="square" anchor="ctr" anchorCtr="0">
            <a:spAutoFit/>
          </a:bodyPr>
          <a:lstStyle>
            <a:lvl1pPr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내용을</a:t>
            </a:r>
            <a:r>
              <a:rPr kumimoji="1" lang="ko-KR" altLang="en-US" dirty="0"/>
              <a:t> 입력해주세요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10623231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빈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A817A0-D2DA-6D49-A1AD-BB38A5F35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630354D-EFF4-C740-B05B-ABA164468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9CAB323-1000-AE42-8899-8B66CED31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40F8D6-EDB5-6642-890A-B46EEAB9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371616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E99B43E-A874-4A44-9D5F-415AF7444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0DB9CB-970A-4D4C-A927-880A96612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E738FC-4C5D-4142-8C3F-84800D865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42D97F-9D10-D045-890B-2F59FC1AFA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57B2E-769E-374D-B908-27DE43920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747190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68" r:id="rId1"/>
    <p:sldLayoutId id="2147484260" r:id="rId2"/>
    <p:sldLayoutId id="2147484267" r:id="rId3"/>
    <p:sldLayoutId id="2147484269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ore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EF9C26C8-649C-D542-BAA7-BFA1E0C99AFE}"/>
              </a:ext>
            </a:extLst>
          </p:cNvPr>
          <p:cNvSpPr/>
          <p:nvPr/>
        </p:nvSpPr>
        <p:spPr>
          <a:xfrm>
            <a:off x="0" y="5715000"/>
            <a:ext cx="12192000" cy="970534"/>
          </a:xfrm>
          <a:prstGeom prst="rect">
            <a:avLst/>
          </a:prstGeom>
          <a:solidFill>
            <a:srgbClr val="54CF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FE8520-2EC0-DB4D-910F-FBCAECEE6417}"/>
              </a:ext>
            </a:extLst>
          </p:cNvPr>
          <p:cNvSpPr txBox="1"/>
          <p:nvPr/>
        </p:nvSpPr>
        <p:spPr>
          <a:xfrm>
            <a:off x="7816906" y="5804308"/>
            <a:ext cx="3938960" cy="523149"/>
          </a:xfrm>
          <a:prstGeom prst="rect">
            <a:avLst/>
          </a:prstGeom>
          <a:noFill/>
        </p:spPr>
        <p:txBody>
          <a:bodyPr wrap="square" lIns="91374" tIns="45685" rIns="91374" bIns="45685" rtlCol="0">
            <a:spAutoFit/>
          </a:bodyPr>
          <a:lstStyle/>
          <a:p>
            <a:pPr algn="r"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en-US" altLang="ko-Kore-KR" sz="28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accent4">
                    <a:lumMod val="20000"/>
                    <a:lumOff val="8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WEB </a:t>
            </a:r>
            <a:r>
              <a:rPr kumimoji="1" lang="ko-KR" altLang="en-US" sz="28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accent4">
                    <a:lumMod val="20000"/>
                    <a:lumOff val="8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개발 기초 과정</a:t>
            </a:r>
            <a:endParaRPr kumimoji="1" lang="ko-Kore-KR" altLang="en-US" sz="2800" b="1" dirty="0" err="1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accent4">
                  <a:lumMod val="20000"/>
                  <a:lumOff val="8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1AAB4F-A5D2-6149-8851-416CBF5FD9F3}"/>
              </a:ext>
            </a:extLst>
          </p:cNvPr>
          <p:cNvSpPr txBox="1"/>
          <p:nvPr/>
        </p:nvSpPr>
        <p:spPr>
          <a:xfrm>
            <a:off x="7532015" y="6240726"/>
            <a:ext cx="4199575" cy="338484"/>
          </a:xfrm>
          <a:prstGeom prst="rect">
            <a:avLst/>
          </a:prstGeom>
          <a:noFill/>
        </p:spPr>
        <p:txBody>
          <a:bodyPr wrap="square" lIns="91374" tIns="45685" rIns="91374" bIns="45685" rtlCol="0">
            <a:spAutoFit/>
          </a:bodyPr>
          <a:lstStyle/>
          <a:p>
            <a:pPr algn="r"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en-US" altLang="ko-Kore-KR" sz="160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accent4">
                    <a:lumMod val="20000"/>
                    <a:lumOff val="8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HTML  /  CSS  /  JavaScript  /  Python</a:t>
            </a:r>
            <a:endParaRPr kumimoji="1" lang="ko-Kore-KR" altLang="en-US" sz="1600" dirty="0" err="1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accent4">
                  <a:lumMod val="20000"/>
                  <a:lumOff val="8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652478-30A9-DD48-BF60-01AC02DCF526}"/>
              </a:ext>
            </a:extLst>
          </p:cNvPr>
          <p:cNvSpPr txBox="1"/>
          <p:nvPr/>
        </p:nvSpPr>
        <p:spPr>
          <a:xfrm>
            <a:off x="265234" y="5885229"/>
            <a:ext cx="7357463" cy="646260"/>
          </a:xfrm>
          <a:prstGeom prst="rect">
            <a:avLst/>
          </a:prstGeom>
          <a:noFill/>
        </p:spPr>
        <p:txBody>
          <a:bodyPr wrap="square" lIns="91374" tIns="45685" rIns="91374" bIns="45685" rtlCol="0">
            <a:spAutoFit/>
          </a:bodyPr>
          <a:lstStyle/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en-US" altLang="ko-Kore-KR" sz="3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0</a:t>
            </a:r>
            <a:r>
              <a:rPr kumimoji="1" lang="en-US" altLang="ko-KR" sz="3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7</a:t>
            </a:r>
            <a:r>
              <a:rPr kumimoji="1" lang="en-US" altLang="ko-Kore-KR" sz="3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.</a:t>
            </a:r>
            <a:r>
              <a:rPr kumimoji="1" lang="ko-KR" altLang="en-US" sz="3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 이벤트</a:t>
            </a:r>
            <a:endParaRPr kumimoji="1" lang="ko-Kore-KR" altLang="en-US" sz="3600" b="1" dirty="0" err="1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pic>
        <p:nvPicPr>
          <p:cNvPr id="1028" name="Picture 4" descr="scrollTo">
            <a:extLst>
              <a:ext uri="{FF2B5EF4-FFF2-40B4-BE49-F238E27FC236}">
                <a16:creationId xmlns:a16="http://schemas.microsoft.com/office/drawing/2014/main" id="{A37EB5EB-873B-8D43-ADB5-67B561305F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939" y="530543"/>
            <a:ext cx="12206651" cy="4577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0273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9AA7D45-296B-5F4A-B4C7-7EA45472CD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094024" y="3460960"/>
            <a:ext cx="7042151" cy="535531"/>
          </a:xfrm>
        </p:spPr>
        <p:txBody>
          <a:bodyPr/>
          <a:lstStyle/>
          <a:p>
            <a:r>
              <a:rPr lang="ko-KR" altLang="en-US" dirty="0"/>
              <a:t>이벤트</a:t>
            </a:r>
            <a:endParaRPr lang="ko-Kore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E95281-7B3F-3943-A8CD-F4D72E7B544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endParaRPr lang="ko-Kore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1BEDE63-39BD-CC40-B540-B0964416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2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3474740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3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ko-KR" altLang="en-US" dirty="0"/>
              <a:t>이벤트</a:t>
            </a:r>
            <a:endParaRPr lang="ko-Kore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7BE05E-519D-8348-B91F-D33230268654}"/>
              </a:ext>
            </a:extLst>
          </p:cNvPr>
          <p:cNvSpPr txBox="1"/>
          <p:nvPr/>
        </p:nvSpPr>
        <p:spPr>
          <a:xfrm>
            <a:off x="726152" y="2782011"/>
            <a:ext cx="10627648" cy="646260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r>
              <a:rPr lang="en" altLang="ko-KR" sz="3600" dirty="0">
                <a:solidFill>
                  <a:schemeClr val="bg1"/>
                </a:solidFill>
                <a:latin typeface="+mn-ea"/>
              </a:rPr>
              <a:t>https://</a:t>
            </a:r>
            <a:r>
              <a:rPr lang="en" altLang="ko-KR" sz="3600" dirty="0" err="1">
                <a:solidFill>
                  <a:schemeClr val="bg1"/>
                </a:solidFill>
                <a:latin typeface="+mn-ea"/>
              </a:rPr>
              <a:t>developer.mozilla.org</a:t>
            </a:r>
            <a:r>
              <a:rPr lang="en" altLang="ko-KR" sz="3600" dirty="0">
                <a:solidFill>
                  <a:schemeClr val="bg1"/>
                </a:solidFill>
                <a:latin typeface="+mn-ea"/>
              </a:rPr>
              <a:t>/ko/docs/Web/Events</a:t>
            </a:r>
            <a:endParaRPr lang="en-US" altLang="ko-KR" sz="360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5799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4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ko-KR" altLang="en-US" dirty="0"/>
              <a:t>이벤트</a:t>
            </a:r>
            <a:endParaRPr lang="ko-Kore-KR" altLang="en-US" dirty="0"/>
          </a:p>
        </p:txBody>
      </p:sp>
      <p:pic>
        <p:nvPicPr>
          <p:cNvPr id="9" name="그림 8" descr="텍스트이(가) 표시된 사진&#10;&#10;자동 생성된 설명">
            <a:extLst>
              <a:ext uri="{FF2B5EF4-FFF2-40B4-BE49-F238E27FC236}">
                <a16:creationId xmlns:a16="http://schemas.microsoft.com/office/drawing/2014/main" id="{5E5F47AA-F65F-C64F-AA77-B80CCB1A7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109" y="1374704"/>
            <a:ext cx="11831782" cy="410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068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5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ko-KR" altLang="en-US" dirty="0"/>
              <a:t>이벤트</a:t>
            </a:r>
            <a:endParaRPr lang="ko-Kore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7BE05E-519D-8348-B91F-D33230268654}"/>
              </a:ext>
            </a:extLst>
          </p:cNvPr>
          <p:cNvSpPr txBox="1"/>
          <p:nvPr/>
        </p:nvSpPr>
        <p:spPr>
          <a:xfrm>
            <a:off x="685799" y="1162879"/>
            <a:ext cx="8752584" cy="1977715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Bubbling</a:t>
            </a:r>
          </a:p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한 요소에 이벤트가 발생하면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이 요소에 할당된 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핸들러가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동작하고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이어서 부모 요소의 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핸들러가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동작합니다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가장 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최상단의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조상 요소를 만날 때까지 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이 과정이 반복되면서 요소 각각에 할당된 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핸들러가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동작합니다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636E0-F83F-AC4F-A4DB-67A55A933E06}"/>
              </a:ext>
            </a:extLst>
          </p:cNvPr>
          <p:cNvSpPr txBox="1"/>
          <p:nvPr/>
        </p:nvSpPr>
        <p:spPr>
          <a:xfrm>
            <a:off x="685799" y="3864516"/>
            <a:ext cx="9175777" cy="1146718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Capturing</a:t>
            </a:r>
          </a:p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>
                <a:solidFill>
                  <a:schemeClr val="bg1"/>
                </a:solidFill>
                <a:latin typeface="+mn-ea"/>
              </a:rPr>
              <a:t>Bubbling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과는 반대로 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window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로 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부터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이벤트가 발생한 요소까지 이벤트를 전파한다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6525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6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ko-KR" altLang="en-US" dirty="0"/>
              <a:t>이벤트</a:t>
            </a:r>
            <a:endParaRPr lang="ko-Kore-KR" altLang="en-US" dirty="0"/>
          </a:p>
        </p:txBody>
      </p:sp>
      <p:pic>
        <p:nvPicPr>
          <p:cNvPr id="1026" name="Picture 2" descr="Event Propagation Demo">
            <a:extLst>
              <a:ext uri="{FF2B5EF4-FFF2-40B4-BE49-F238E27FC236}">
                <a16:creationId xmlns:a16="http://schemas.microsoft.com/office/drawing/2014/main" id="{87EE512B-4B06-7E4F-B001-3BFAFD477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019" y="1184564"/>
            <a:ext cx="9937962" cy="4968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6478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7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ko-KR" altLang="en-US" dirty="0"/>
              <a:t>이벤트</a:t>
            </a:r>
            <a:endParaRPr lang="ko-Kore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E5BC34-2FE8-B44D-B8DB-5EF63CF32051}"/>
              </a:ext>
            </a:extLst>
          </p:cNvPr>
          <p:cNvSpPr txBox="1"/>
          <p:nvPr/>
        </p:nvSpPr>
        <p:spPr>
          <a:xfrm>
            <a:off x="685799" y="1162879"/>
            <a:ext cx="1627235" cy="400039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Bubbling</a:t>
            </a:r>
          </a:p>
        </p:txBody>
      </p:sp>
      <p:pic>
        <p:nvPicPr>
          <p:cNvPr id="9" name="그림 8" descr="텍스트이(가) 표시된 사진&#10;&#10;자동 생성된 설명">
            <a:extLst>
              <a:ext uri="{FF2B5EF4-FFF2-40B4-BE49-F238E27FC236}">
                <a16:creationId xmlns:a16="http://schemas.microsoft.com/office/drawing/2014/main" id="{4DE87BD5-2868-694B-8C04-29CCDF8F5A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256" y="1656898"/>
            <a:ext cx="9194800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1648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8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ko-KR" altLang="en-US" dirty="0"/>
              <a:t>이벤트</a:t>
            </a:r>
            <a:endParaRPr lang="ko-Kore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E5BC34-2FE8-B44D-B8DB-5EF63CF32051}"/>
              </a:ext>
            </a:extLst>
          </p:cNvPr>
          <p:cNvSpPr txBox="1"/>
          <p:nvPr/>
        </p:nvSpPr>
        <p:spPr>
          <a:xfrm>
            <a:off x="685799" y="1162879"/>
            <a:ext cx="1735535" cy="400039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Capturing</a:t>
            </a:r>
          </a:p>
        </p:txBody>
      </p:sp>
      <p:pic>
        <p:nvPicPr>
          <p:cNvPr id="10" name="그림 9" descr="텍스트이(가) 표시된 사진&#10;&#10;자동 생성된 설명">
            <a:extLst>
              <a:ext uri="{FF2B5EF4-FFF2-40B4-BE49-F238E27FC236}">
                <a16:creationId xmlns:a16="http://schemas.microsoft.com/office/drawing/2014/main" id="{786DE345-0188-6E4C-9FAE-E6B35F40B1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804" y="1701417"/>
            <a:ext cx="8522712" cy="488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182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9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ko-KR" altLang="en-US" dirty="0"/>
              <a:t>이벤트</a:t>
            </a:r>
            <a:endParaRPr lang="ko-Kore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7BE05E-519D-8348-B91F-D33230268654}"/>
              </a:ext>
            </a:extLst>
          </p:cNvPr>
          <p:cNvSpPr txBox="1"/>
          <p:nvPr/>
        </p:nvSpPr>
        <p:spPr>
          <a:xfrm>
            <a:off x="685799" y="1162879"/>
            <a:ext cx="7641702" cy="1146718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event.stopPropagation</a:t>
            </a: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();</a:t>
            </a:r>
          </a:p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이벤트 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캡쳐링과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버블링에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있어 현재 </a:t>
            </a:r>
            <a:r>
              <a:rPr lang="ko-KR" altLang="en-US" dirty="0">
                <a:solidFill>
                  <a:srgbClr val="FF0000"/>
                </a:solidFill>
                <a:latin typeface="+mn-ea"/>
              </a:rPr>
              <a:t>이벤트 이후의 전파를 막습니다</a:t>
            </a:r>
            <a:r>
              <a:rPr lang="en-US" altLang="ko-KR" dirty="0">
                <a:solidFill>
                  <a:srgbClr val="FF0000"/>
                </a:solidFill>
                <a:latin typeface="+mn-ea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636E0-F83F-AC4F-A4DB-67A55A933E06}"/>
              </a:ext>
            </a:extLst>
          </p:cNvPr>
          <p:cNvSpPr txBox="1"/>
          <p:nvPr/>
        </p:nvSpPr>
        <p:spPr>
          <a:xfrm>
            <a:off x="685799" y="3864516"/>
            <a:ext cx="7954288" cy="1146718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event.stopImmediatePropagation</a:t>
            </a: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()</a:t>
            </a:r>
          </a:p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현재 이벤트가 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상위뿐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아니라 </a:t>
            </a:r>
            <a:r>
              <a:rPr lang="ko-KR" altLang="en-US" dirty="0">
                <a:solidFill>
                  <a:srgbClr val="FF0000"/>
                </a:solidFill>
                <a:latin typeface="+mn-ea"/>
              </a:rPr>
              <a:t>현재 레벨에 걸린 다른 이벤트도 중단한다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04074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10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ko-KR" altLang="en-US" dirty="0"/>
              <a:t>이벤트</a:t>
            </a:r>
            <a:endParaRPr lang="ko-Kore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E5BC34-2FE8-B44D-B8DB-5EF63CF32051}"/>
              </a:ext>
            </a:extLst>
          </p:cNvPr>
          <p:cNvSpPr txBox="1"/>
          <p:nvPr/>
        </p:nvSpPr>
        <p:spPr>
          <a:xfrm>
            <a:off x="685799" y="1162879"/>
            <a:ext cx="2559542" cy="400039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stopPropagation</a:t>
            </a: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</p:txBody>
      </p:sp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327F5393-B5DF-9D49-B786-9D73F3F68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253" y="1632030"/>
            <a:ext cx="8228019" cy="4943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7586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11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ko-KR" altLang="en-US" dirty="0"/>
              <a:t>이벤트</a:t>
            </a:r>
            <a:endParaRPr lang="ko-Kore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E5BC34-2FE8-B44D-B8DB-5EF63CF32051}"/>
              </a:ext>
            </a:extLst>
          </p:cNvPr>
          <p:cNvSpPr txBox="1"/>
          <p:nvPr/>
        </p:nvSpPr>
        <p:spPr>
          <a:xfrm>
            <a:off x="685799" y="1162879"/>
            <a:ext cx="4485390" cy="400039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ko-KR" altLang="en-US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위와 같은 상황에서의 </a:t>
            </a: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Good Code</a:t>
            </a:r>
          </a:p>
        </p:txBody>
      </p:sp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05205D81-FD88-F043-8853-F17A03428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969" y="1773382"/>
            <a:ext cx="5684682" cy="2640915"/>
          </a:xfrm>
          <a:prstGeom prst="rect">
            <a:avLst/>
          </a:prstGeom>
        </p:spPr>
      </p:pic>
      <p:pic>
        <p:nvPicPr>
          <p:cNvPr id="10" name="그림 9" descr="텍스트이(가) 표시된 사진&#10;&#10;자동 생성된 설명">
            <a:extLst>
              <a:ext uri="{FF2B5EF4-FFF2-40B4-BE49-F238E27FC236}">
                <a16:creationId xmlns:a16="http://schemas.microsoft.com/office/drawing/2014/main" id="{F4B8261C-7F4F-5240-AD85-917561E219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7781" y="1773382"/>
            <a:ext cx="5091594" cy="4811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1646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12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ko-KR" altLang="en-US" dirty="0"/>
              <a:t>이벤트</a:t>
            </a:r>
            <a:endParaRPr lang="ko-Kore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636E0-F83F-AC4F-A4DB-67A55A933E06}"/>
              </a:ext>
            </a:extLst>
          </p:cNvPr>
          <p:cNvSpPr txBox="1"/>
          <p:nvPr/>
        </p:nvSpPr>
        <p:spPr>
          <a:xfrm>
            <a:off x="685799" y="1135171"/>
            <a:ext cx="9010667" cy="1562216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event.preventDefault</a:t>
            </a: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()</a:t>
            </a:r>
          </a:p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이벤트를 취소할 수 있는 경우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이벤트의 전파를 막지않고 그 </a:t>
            </a:r>
            <a:r>
              <a:rPr lang="ko-KR" altLang="en-US" dirty="0">
                <a:solidFill>
                  <a:srgbClr val="FF0000"/>
                </a:solidFill>
                <a:latin typeface="+mn-ea"/>
              </a:rPr>
              <a:t>이벤트를 취소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합니다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    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(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브라우저의 기본 동작 자체를 취소 합니다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.)</a:t>
            </a:r>
          </a:p>
        </p:txBody>
      </p:sp>
    </p:spTree>
    <p:extLst>
      <p:ext uri="{BB962C8B-B14F-4D97-AF65-F5344CB8AC3E}">
        <p14:creationId xmlns:p14="http://schemas.microsoft.com/office/powerpoint/2010/main" val="3280510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13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ko-KR" altLang="en-US" dirty="0"/>
              <a:t>이벤트</a:t>
            </a:r>
            <a:endParaRPr lang="ko-Kore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E5BC34-2FE8-B44D-B8DB-5EF63CF32051}"/>
              </a:ext>
            </a:extLst>
          </p:cNvPr>
          <p:cNvSpPr txBox="1"/>
          <p:nvPr/>
        </p:nvSpPr>
        <p:spPr>
          <a:xfrm>
            <a:off x="685799" y="1162879"/>
            <a:ext cx="2352562" cy="400039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preventDefault</a:t>
            </a: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</p:txBody>
      </p:sp>
      <p:pic>
        <p:nvPicPr>
          <p:cNvPr id="7" name="그림 6" descr="텍스트이(가) 표시된 사진&#10;&#10;자동 생성된 설명">
            <a:extLst>
              <a:ext uri="{FF2B5EF4-FFF2-40B4-BE49-F238E27FC236}">
                <a16:creationId xmlns:a16="http://schemas.microsoft.com/office/drawing/2014/main" id="{F765F388-BABD-8546-93AA-202AF627EB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804" y="1713192"/>
            <a:ext cx="5308600" cy="299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3918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14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ko-KR" altLang="en-US" dirty="0"/>
              <a:t>이벤트</a:t>
            </a:r>
            <a:endParaRPr lang="ko-Kore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636E0-F83F-AC4F-A4DB-67A55A933E06}"/>
              </a:ext>
            </a:extLst>
          </p:cNvPr>
          <p:cNvSpPr txBox="1"/>
          <p:nvPr/>
        </p:nvSpPr>
        <p:spPr>
          <a:xfrm>
            <a:off x="685799" y="1135171"/>
            <a:ext cx="10413295" cy="1977715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ko-KR" altLang="en-US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이벤트 위임</a:t>
            </a: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 (Event Delegation)</a:t>
            </a:r>
          </a:p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이벤트 위임은 비슷한 방식으로 여러 요소를 다뤄야 할 때 사용됩니다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   이벤트 위임을 사용하면 요소마다 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핸들러를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할당하지 않고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   요소의 공통 조상에 이벤트 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핸들러를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단 하나만 할당해도 여러 요소를 한꺼번에 다룰 수 있습니다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371836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15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ko-KR" altLang="en-US" dirty="0"/>
              <a:t>이벤트</a:t>
            </a:r>
            <a:endParaRPr lang="ko-Kore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636E0-F83F-AC4F-A4DB-67A55A933E06}"/>
              </a:ext>
            </a:extLst>
          </p:cNvPr>
          <p:cNvSpPr txBox="1"/>
          <p:nvPr/>
        </p:nvSpPr>
        <p:spPr>
          <a:xfrm>
            <a:off x="685799" y="1135171"/>
            <a:ext cx="1707385" cy="400039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Bad Code</a:t>
            </a:r>
          </a:p>
        </p:txBody>
      </p:sp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27320B8E-059D-7F4D-8BE0-766C93654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793" y="1751151"/>
            <a:ext cx="3797300" cy="4000500"/>
          </a:xfrm>
          <a:prstGeom prst="rect">
            <a:avLst/>
          </a:prstGeom>
        </p:spPr>
      </p:pic>
      <p:pic>
        <p:nvPicPr>
          <p:cNvPr id="8" name="그림 7" descr="텍스트이(가) 표시된 사진&#10;&#10;자동 생성된 설명">
            <a:extLst>
              <a:ext uri="{FF2B5EF4-FFF2-40B4-BE49-F238E27FC236}">
                <a16:creationId xmlns:a16="http://schemas.microsoft.com/office/drawing/2014/main" id="{4AFD9384-1E94-794A-9BD2-54257B992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4079" y="1751151"/>
            <a:ext cx="4953000" cy="220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587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16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ko-KR" altLang="en-US" dirty="0"/>
              <a:t>이벤트</a:t>
            </a:r>
            <a:endParaRPr lang="ko-Kore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636E0-F83F-AC4F-A4DB-67A55A933E06}"/>
              </a:ext>
            </a:extLst>
          </p:cNvPr>
          <p:cNvSpPr txBox="1"/>
          <p:nvPr/>
        </p:nvSpPr>
        <p:spPr>
          <a:xfrm>
            <a:off x="685799" y="1135171"/>
            <a:ext cx="1907761" cy="400039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Good Code</a:t>
            </a:r>
          </a:p>
        </p:txBody>
      </p:sp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27320B8E-059D-7F4D-8BE0-766C93654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793" y="1751151"/>
            <a:ext cx="3797300" cy="4000500"/>
          </a:xfrm>
          <a:prstGeom prst="rect">
            <a:avLst/>
          </a:prstGeom>
        </p:spPr>
      </p:pic>
      <p:pic>
        <p:nvPicPr>
          <p:cNvPr id="7" name="그림 6" descr="텍스트이(가) 표시된 사진&#10;&#10;자동 생성된 설명">
            <a:extLst>
              <a:ext uri="{FF2B5EF4-FFF2-40B4-BE49-F238E27FC236}">
                <a16:creationId xmlns:a16="http://schemas.microsoft.com/office/drawing/2014/main" id="{36934D1E-F15F-1A43-9A67-368E9C984A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515" y="1751151"/>
            <a:ext cx="4953000" cy="220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2726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91374" tIns="45685" rIns="91374" bIns="45685">
        <a:spAutoFit/>
      </a:bodyPr>
      <a:lstStyle>
        <a:defPPr algn="l" defTabSz="912813" fontAlgn="base">
          <a:spcBef>
            <a:spcPts val="600"/>
          </a:spcBef>
          <a:spcAft>
            <a:spcPct val="0"/>
          </a:spcAft>
          <a:defRPr kumimoji="1" sz="2000" b="1" dirty="0" err="1">
            <a:ln>
              <a:solidFill>
                <a:schemeClr val="bg1">
                  <a:lumMod val="85000"/>
                  <a:alpha val="0"/>
                </a:schemeClr>
              </a:solidFill>
            </a:ln>
            <a:solidFill>
              <a:srgbClr val="4B465E"/>
            </a:solidFill>
            <a:latin typeface="맑은 고딕" pitchFamily="50" charset="-127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1682</TotalTime>
  <Words>1570</Words>
  <Application>Microsoft Macintosh PowerPoint</Application>
  <PresentationFormat>와이드스크린</PresentationFormat>
  <Paragraphs>307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맑은 고딕</vt:lpstr>
      <vt:lpstr>Arial</vt:lpstr>
      <vt:lpstr>Calibri</vt:lpstr>
      <vt:lpstr>Calibri Light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批量名称</dc:creator>
  <cp:lastModifiedBy>批量名称</cp:lastModifiedBy>
  <cp:revision>419</cp:revision>
  <dcterms:created xsi:type="dcterms:W3CDTF">2020-12-17T04:08:04Z</dcterms:created>
  <dcterms:modified xsi:type="dcterms:W3CDTF">2021-06-14T07:01:34Z</dcterms:modified>
</cp:coreProperties>
</file>