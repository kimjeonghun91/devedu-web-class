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4"/>
  </p:notesMasterIdLst>
  <p:sldIdLst>
    <p:sldId id="266" r:id="rId2"/>
    <p:sldId id="292" r:id="rId3"/>
    <p:sldId id="302" r:id="rId4"/>
    <p:sldId id="303" r:id="rId5"/>
    <p:sldId id="307" r:id="rId6"/>
    <p:sldId id="298" r:id="rId7"/>
    <p:sldId id="308" r:id="rId8"/>
    <p:sldId id="296" r:id="rId9"/>
    <p:sldId id="309" r:id="rId10"/>
    <p:sldId id="310" r:id="rId11"/>
    <p:sldId id="306" r:id="rId12"/>
    <p:sldId id="295" r:id="rId1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1"/>
    <p:restoredTop sz="76127"/>
  </p:normalViewPr>
  <p:slideViewPr>
    <p:cSldViewPr snapToGrid="0" snapToObjects="1">
      <p:cViewPr varScale="1">
        <p:scale>
          <a:sx n="92" d="100"/>
          <a:sy n="92" d="100"/>
        </p:scale>
        <p:origin x="1168" y="184"/>
      </p:cViewPr>
      <p:guideLst/>
    </p:cSldViewPr>
  </p:slideViewPr>
  <p:notesTextViewPr>
    <p:cViewPr>
      <p:scale>
        <a:sx n="1" d="1"/>
        <a:sy n="1" d="1"/>
      </p:scale>
      <p:origin x="0" y="-1728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5/31/21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5455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&lt;/title&gt;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&lt;link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layout.css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fun.js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defer&gt;&lt;/script&gt;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id="box"&gt;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type="text" required size="24"&gt;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input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가져오기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innerHTML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('input'))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 return alert('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내용을 입력해주세요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.') }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'';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enterText.focus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box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('#box');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box.innerHTML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`&lt;h2&gt;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변경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h2&gt;`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document.createElement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('span');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checkBtn.setAttribute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('class', 'check');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checkBtn.innerText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 done ';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box.appendChild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6971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2195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5216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2524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type="text" required size="24"&gt;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 return alert('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내용을 입력해주세요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.') 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8463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1151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23275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34760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30102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&lt;/title&gt;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&lt;link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layout.css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fun.js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defer&gt;&lt;/script&gt;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&lt;link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fonts.googleapis.com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icon?family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Material+Icons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containter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="https://kimjeonghun91.github.io/assets/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me.png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/&gt;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 class="title"&gt;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List&lt;/h2&gt;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&lt;span class="subtitle"&gt;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김정훈님의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type="text" required size="24"&gt;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type="button"&gt;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&lt;span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할일이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남았습니다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id="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============================================================================================================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containter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#07dba6;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flex;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relative;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align-items: center;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flex:1;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flex-direction: column;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120px;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border-radius: 50%;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40px;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.title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ffffff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15px 0 0 0;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.subtitle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ffffff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2px 0 0 0;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ffffff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 0 0;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font-size: small;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relative;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flex;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flex-direction: row;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align-items: center;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lightgray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border-width: 1px;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28px;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#7870ff;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ffffff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border-width: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32px;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flex;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relative;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flex: 1;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padding-left: 10px;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15px;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flex;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relative;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flex-direction: row;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align-items: center;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border-radius: 5px;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320px;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50px;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ffffff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padding:0 10px 0 10px;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15px;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cursor: pointer;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lightgray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checkBtn:hover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green;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cursor: pointer;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lightgray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delBtn:hover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red;</a:t>
            </a:r>
          </a:p>
          <a:p>
            <a:r>
              <a:rPr lang="en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============================================================================================================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('#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createItem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('keypress', event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event.key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=== 'Enter')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createItem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createItem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 return alert('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내용을 입력해주세요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.') }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document.createElement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('div');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itemWrap.setAttribute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('class', 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document.createElement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('span');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checkBtn.setAttribute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('class', 'material-icons md-48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checkBtn.innerText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'done';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document.createElement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('span');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itemText.setAttribute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('class', 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itemText.innerText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document.createElement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('span');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delBtn.setAttribute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('class', 'material-icons md-48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delBtn.innerText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'delete';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itemList.removeChild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itemWrap.appendChild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itemWrap.appendChild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itemText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itemWrap.appendChild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delBtn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생성한 아이템을 부모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리스트뷰에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넣는다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itemList.appendChild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스크롤링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itemList.scrollIntoView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 block: 'end' 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enterText.value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'';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enterText.focus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980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6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ToDoList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실습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DOM</a:t>
            </a:r>
            <a:r>
              <a:rPr lang="ko-KR" altLang="en-US" dirty="0"/>
              <a:t> 조작하기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747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8868257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Material icons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https://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developers.google.com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/fonts/docs/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material_icons#icon_font_for_the_web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FBE95CF-40ED-1748-924C-392EB360F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79" y="3110093"/>
            <a:ext cx="9654924" cy="258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6190985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ChildNode.remove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메소드는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이를 포함하는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트리로부터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객체를 제거합니다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D28BDC0-17A9-F243-A77A-E7096EB1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80" y="2596441"/>
            <a:ext cx="7366806" cy="35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0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973097"/>
            <a:ext cx="9268751" cy="1526282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Document.querySelector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제공한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선택자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또는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선택자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뭉치와 일치하는 문서 내 첫 번째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Element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반환합니다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1A63B07-2C21-EF45-9329-7B3B9344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6" y="2180628"/>
            <a:ext cx="72136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8627550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Element.innerHTML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요소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element)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내에 포함 된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또는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XML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마크업을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가져오거나 설정합니다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2DCD523-698B-2644-8851-4D40E622D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04" y="1975118"/>
            <a:ext cx="7213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5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337611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input tag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내용 가져오기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9A2A8221-194F-2C44-A138-9A06F2EFA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91" y="492852"/>
            <a:ext cx="7315200" cy="60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10351996" cy="15622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Document.createElement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문서에서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Document.createElement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()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메서드는 지정한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tagName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의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요소를 만들어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반환합니다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tagName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인식할 수 없으면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HTMLUnknownElement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 (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en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-US)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대신 반환합니다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94196-F609-654D-B840-1F1DEC16B028}"/>
              </a:ext>
            </a:extLst>
          </p:cNvPr>
          <p:cNvSpPr txBox="1"/>
          <p:nvPr/>
        </p:nvSpPr>
        <p:spPr>
          <a:xfrm>
            <a:off x="685799" y="3351798"/>
            <a:ext cx="8348627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Node.appendChild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한 노드를 특정 부모 노드의 자식 노드 리스트 중 마지막 자식으로 붙입니다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2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7AC11D4-A890-1B44-8310-CCBD6572D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54" y="932591"/>
            <a:ext cx="7055426" cy="562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9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조작 하기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237615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Browser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디버깅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그림 5" descr="텍스트, 스크린샷, 모니터, 화면이(가) 표시된 사진&#10;&#10;자동 생성된 설명">
            <a:extLst>
              <a:ext uri="{FF2B5EF4-FFF2-40B4-BE49-F238E27FC236}">
                <a16:creationId xmlns:a16="http://schemas.microsoft.com/office/drawing/2014/main" id="{DDD1D7CE-4095-D944-AA40-B387A75D5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5" y="3747659"/>
            <a:ext cx="11506201" cy="25743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608042-505C-ED46-ABB5-7CAF22B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35" y="1961394"/>
            <a:ext cx="39751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00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 err="1"/>
              <a:t>TodoList</a:t>
            </a:r>
            <a:r>
              <a:rPr lang="en-US" altLang="en-US" dirty="0"/>
              <a:t> </a:t>
            </a:r>
            <a:r>
              <a:rPr lang="ko-KR" altLang="en-US" dirty="0"/>
              <a:t>만들기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22898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5895495" cy="341632"/>
          </a:xfrm>
        </p:spPr>
        <p:txBody>
          <a:bodyPr/>
          <a:lstStyle/>
          <a:p>
            <a:r>
              <a:rPr lang="en-US" altLang="en-US" dirty="0" err="1"/>
              <a:t>ToDoList</a:t>
            </a:r>
            <a:r>
              <a:rPr lang="en-US" altLang="en-US" dirty="0"/>
              <a:t> </a:t>
            </a:r>
            <a:r>
              <a:rPr lang="ko-KR" altLang="en-US" dirty="0"/>
              <a:t>만들기</a:t>
            </a:r>
            <a:endParaRPr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D30D65-6444-1D4C-8B91-199502F4C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231" y="649813"/>
            <a:ext cx="4069569" cy="5899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C7A087F-806E-3747-B335-011DD18C0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93" y="1246765"/>
            <a:ext cx="6294215" cy="529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14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1500</Words>
  <Application>Microsoft Macintosh PowerPoint</Application>
  <PresentationFormat>와이드스크린</PresentationFormat>
  <Paragraphs>298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382</cp:revision>
  <dcterms:created xsi:type="dcterms:W3CDTF">2020-12-17T04:08:04Z</dcterms:created>
  <dcterms:modified xsi:type="dcterms:W3CDTF">2021-05-31T07:25:40Z</dcterms:modified>
</cp:coreProperties>
</file>