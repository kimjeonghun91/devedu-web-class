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59" r:id="rId1"/>
  </p:sldMasterIdLst>
  <p:notesMasterIdLst>
    <p:notesMasterId r:id="rId8"/>
  </p:notesMasterIdLst>
  <p:sldIdLst>
    <p:sldId id="266" r:id="rId2"/>
    <p:sldId id="316" r:id="rId3"/>
    <p:sldId id="317" r:id="rId4"/>
    <p:sldId id="318" r:id="rId5"/>
    <p:sldId id="320" r:id="rId6"/>
    <p:sldId id="321" r:id="rId7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546A"/>
    <a:srgbClr val="54CF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85"/>
    <p:restoredTop sz="76127"/>
  </p:normalViewPr>
  <p:slideViewPr>
    <p:cSldViewPr snapToGrid="0" snapToObjects="1">
      <p:cViewPr varScale="1">
        <p:scale>
          <a:sx n="92" d="100"/>
          <a:sy n="92" d="100"/>
        </p:scale>
        <p:origin x="1704" y="184"/>
      </p:cViewPr>
      <p:guideLst/>
    </p:cSldViewPr>
  </p:slideViewPr>
  <p:notesTextViewPr>
    <p:cViewPr>
      <p:scale>
        <a:sx n="1" d="1"/>
        <a:sy n="1" d="1"/>
      </p:scale>
      <p:origin x="0" y="-544"/>
    </p:cViewPr>
  </p:notesTextViewPr>
  <p:notesViewPr>
    <p:cSldViewPr snapToGrid="0" snapToObjects="1">
      <p:cViewPr varScale="1">
        <p:scale>
          <a:sx n="119" d="100"/>
          <a:sy n="119" d="100"/>
        </p:scale>
        <p:origin x="3920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FB2E54-8ADE-1C42-B7E1-8C04B8CD0931}" type="datetimeFigureOut">
              <a:rPr kumimoji="1" lang="ko-Kore-KR" altLang="en-US" smtClean="0"/>
              <a:t>7/19/21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FA6CA5-1AB8-7840-86E1-8A38211DD31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71660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124167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&lt;script type="text/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javascript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window.onload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function ()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 array = ["1","2","3"];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array.push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("push");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array.unshift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("unshift");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console.log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(array);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&lt;/script&gt;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1854786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&lt;script type="text/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javascript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window.onload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function ()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 array = ["right","hot","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kim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jeonghun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"];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array[1] = "cool";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array[3] = "JEONGHUN";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console.log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(array);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&lt;/script&gt;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986420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&lt;script type="text/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javascript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window.onload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function ()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 array = ["alpha","bravo","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charlie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","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delta","echo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"];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array.splice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(3, 1); 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console.log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(array);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&lt;/script&gt;</a:t>
            </a:r>
          </a:p>
          <a:p>
            <a:b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91785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&lt;script type="text/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javascript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window.onload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function () {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 array = [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userId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'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rightHot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', job: '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SwordsMan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', item: ['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', '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방패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', '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갑옷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'] },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 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userId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'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scoding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', job: 'Wizard', item: ['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지팡이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'] }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];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(const element of array) {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console.log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아이디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'+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element.userId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console.log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직업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'+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element.job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console.log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아이템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'+</a:t>
            </a:r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element.item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r>
              <a:rPr lang="en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console.log</a:t>
            </a:r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('------------------------');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&lt;/script&gt;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6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865537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목차">
    <p:bg>
      <p:bgPr>
        <a:solidFill>
          <a:srgbClr val="54C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A2F3813-9611-B04C-98A8-B2680B4F5D3D}"/>
              </a:ext>
            </a:extLst>
          </p:cNvPr>
          <p:cNvSpPr/>
          <p:nvPr userDrawn="1"/>
        </p:nvSpPr>
        <p:spPr>
          <a:xfrm>
            <a:off x="0" y="0"/>
            <a:ext cx="12192000" cy="65805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E2B818-9085-8741-86C8-47EEDB5B7B65}"/>
              </a:ext>
            </a:extLst>
          </p:cNvPr>
          <p:cNvSpPr txBox="1"/>
          <p:nvPr userDrawn="1"/>
        </p:nvSpPr>
        <p:spPr>
          <a:xfrm>
            <a:off x="845794" y="6580541"/>
            <a:ext cx="26280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ore-KR" sz="1200" dirty="0"/>
              <a:t>copyright © </a:t>
            </a:r>
            <a:r>
              <a:rPr kumimoji="1" lang="en-US" altLang="ko-Kore-KR" sz="1200" dirty="0" err="1"/>
              <a:t>Devedu</a:t>
            </a:r>
            <a:r>
              <a:rPr kumimoji="1" lang="en-US" altLang="ko-Kore-KR" sz="1200" dirty="0"/>
              <a:t>. all rights reserved</a:t>
            </a:r>
            <a:endParaRPr kumimoji="1" lang="ko-Kore-KR" altLang="en-US" sz="1200" dirty="0"/>
          </a:p>
        </p:txBody>
      </p:sp>
      <p:sp>
        <p:nvSpPr>
          <p:cNvPr id="32" name="슬라이드 번호 개체 틀 5">
            <a:extLst>
              <a:ext uri="{FF2B5EF4-FFF2-40B4-BE49-F238E27FC236}">
                <a16:creationId xmlns:a16="http://schemas.microsoft.com/office/drawing/2014/main" id="{DCAFC4AF-F07B-A642-980A-FCEAB01B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85218"/>
            <a:ext cx="2743200" cy="276999"/>
          </a:xfrm>
        </p:spPr>
        <p:txBody>
          <a:bodyPr>
            <a:spAutoFit/>
          </a:bodyPr>
          <a:lstStyle/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sp>
        <p:nvSpPr>
          <p:cNvPr id="8" name="다이아몬드 7">
            <a:extLst>
              <a:ext uri="{FF2B5EF4-FFF2-40B4-BE49-F238E27FC236}">
                <a16:creationId xmlns:a16="http://schemas.microsoft.com/office/drawing/2014/main" id="{A11D6FC2-3699-114E-A2F5-2DF05DA32C3B}"/>
              </a:ext>
            </a:extLst>
          </p:cNvPr>
          <p:cNvSpPr/>
          <p:nvPr userDrawn="1"/>
        </p:nvSpPr>
        <p:spPr>
          <a:xfrm>
            <a:off x="445064" y="1507744"/>
            <a:ext cx="564022" cy="564022"/>
          </a:xfrm>
          <a:prstGeom prst="diamond">
            <a:avLst/>
          </a:prstGeom>
          <a:solidFill>
            <a:srgbClr val="55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03838A-BE2E-8E43-B618-8D65C885101B}"/>
              </a:ext>
            </a:extLst>
          </p:cNvPr>
          <p:cNvSpPr txBox="1"/>
          <p:nvPr userDrawn="1"/>
        </p:nvSpPr>
        <p:spPr>
          <a:xfrm>
            <a:off x="667133" y="1548617"/>
            <a:ext cx="1284642" cy="523149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kumimoji="1" lang="en-US" altLang="ko-KR" sz="28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INDEX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B78544-F529-9243-9639-1427C2074D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37723" y="2745487"/>
            <a:ext cx="1584713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ko-KR" altLang="en-US" dirty="0" err="1"/>
              <a:t>큰제목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</p:txBody>
      </p:sp>
      <p:sp>
        <p:nvSpPr>
          <p:cNvPr id="25" name="내용 개체 틀 2">
            <a:extLst>
              <a:ext uri="{FF2B5EF4-FFF2-40B4-BE49-F238E27FC236}">
                <a16:creationId xmlns:a16="http://schemas.microsoft.com/office/drawing/2014/main" id="{34C11287-0330-9147-8C4E-97969ED1571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297800" y="2745487"/>
            <a:ext cx="548917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rgbClr val="54CFD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ko-KR" dirty="0"/>
              <a:t>01.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4DD148-E2F3-6F43-A830-B1DF9707D56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45679" y="3206328"/>
            <a:ext cx="1517464" cy="1141851"/>
          </a:xfrm>
        </p:spPr>
        <p:txBody>
          <a:bodyPr>
            <a:spAutoFit/>
          </a:bodyPr>
          <a:lstStyle>
            <a:lvl1pPr>
              <a:buFont typeface="Wingdings" pitchFamily="2" charset="2"/>
              <a:buChar char="v"/>
              <a:defRPr sz="12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소제목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ko-Kore-KR" altLang="en-US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CA3EE9B3-6AC5-F94F-8261-F1619ABEB16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373347" y="2745487"/>
            <a:ext cx="1584713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ko-KR" altLang="en-US" dirty="0" err="1"/>
              <a:t>큰제목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</p:txBody>
      </p:sp>
      <p:sp>
        <p:nvSpPr>
          <p:cNvPr id="28" name="내용 개체 틀 2">
            <a:extLst>
              <a:ext uri="{FF2B5EF4-FFF2-40B4-BE49-F238E27FC236}">
                <a16:creationId xmlns:a16="http://schemas.microsoft.com/office/drawing/2014/main" id="{479462A3-7C4E-9243-902A-129F0F8368E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933424" y="2745487"/>
            <a:ext cx="548917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rgbClr val="54CFD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ko-KR" dirty="0"/>
              <a:t>01.</a:t>
            </a:r>
          </a:p>
        </p:txBody>
      </p:sp>
      <p:sp>
        <p:nvSpPr>
          <p:cNvPr id="30" name="텍스트 개체 틀 4">
            <a:extLst>
              <a:ext uri="{FF2B5EF4-FFF2-40B4-BE49-F238E27FC236}">
                <a16:creationId xmlns:a16="http://schemas.microsoft.com/office/drawing/2014/main" id="{955026BC-E4E9-4E4C-A8FA-AA998F48E9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81303" y="3206328"/>
            <a:ext cx="1517464" cy="1141851"/>
          </a:xfrm>
        </p:spPr>
        <p:txBody>
          <a:bodyPr>
            <a:spAutoFit/>
          </a:bodyPr>
          <a:lstStyle>
            <a:lvl1pPr>
              <a:buFont typeface="Wingdings" pitchFamily="2" charset="2"/>
              <a:buChar char="v"/>
              <a:defRPr sz="12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소제목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ko-Kore-KR" altLang="en-US" dirty="0"/>
          </a:p>
        </p:txBody>
      </p:sp>
      <p:sp>
        <p:nvSpPr>
          <p:cNvPr id="31" name="내용 개체 틀 2">
            <a:extLst>
              <a:ext uri="{FF2B5EF4-FFF2-40B4-BE49-F238E27FC236}">
                <a16:creationId xmlns:a16="http://schemas.microsoft.com/office/drawing/2014/main" id="{37D67461-D793-1544-B693-992F84F737A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883465" y="2745487"/>
            <a:ext cx="1584713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ko-KR" altLang="en-US" dirty="0" err="1"/>
              <a:t>큰제목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</p:txBody>
      </p:sp>
      <p:sp>
        <p:nvSpPr>
          <p:cNvPr id="33" name="내용 개체 틀 2">
            <a:extLst>
              <a:ext uri="{FF2B5EF4-FFF2-40B4-BE49-F238E27FC236}">
                <a16:creationId xmlns:a16="http://schemas.microsoft.com/office/drawing/2014/main" id="{5954E74E-5CB1-174E-8154-A3FD85F60F77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443542" y="2745487"/>
            <a:ext cx="548917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rgbClr val="54CFD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ko-KR" dirty="0"/>
              <a:t>01.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F6C9143E-F40A-FD4B-9B91-87D3A44965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91421" y="3206328"/>
            <a:ext cx="1517464" cy="1141851"/>
          </a:xfrm>
        </p:spPr>
        <p:txBody>
          <a:bodyPr>
            <a:spAutoFit/>
          </a:bodyPr>
          <a:lstStyle>
            <a:lvl1pPr>
              <a:buFont typeface="Wingdings" pitchFamily="2" charset="2"/>
              <a:buChar char="v"/>
              <a:defRPr sz="12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소제목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ko-Kore-KR" altLang="en-US" dirty="0"/>
          </a:p>
        </p:txBody>
      </p:sp>
      <p:sp>
        <p:nvSpPr>
          <p:cNvPr id="35" name="내용 개체 틀 2">
            <a:extLst>
              <a:ext uri="{FF2B5EF4-FFF2-40B4-BE49-F238E27FC236}">
                <a16:creationId xmlns:a16="http://schemas.microsoft.com/office/drawing/2014/main" id="{112B5D26-A0CE-9341-8145-20A60E6965D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393583" y="2745487"/>
            <a:ext cx="1584713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ko-KR" altLang="en-US" dirty="0" err="1"/>
              <a:t>큰제목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</p:txBody>
      </p:sp>
      <p:sp>
        <p:nvSpPr>
          <p:cNvPr id="36" name="내용 개체 틀 2">
            <a:extLst>
              <a:ext uri="{FF2B5EF4-FFF2-40B4-BE49-F238E27FC236}">
                <a16:creationId xmlns:a16="http://schemas.microsoft.com/office/drawing/2014/main" id="{94B07A4E-FE2B-E84D-AE7D-6887DCE53F99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953660" y="2745487"/>
            <a:ext cx="548917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rgbClr val="54CFD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ko-KR" dirty="0"/>
              <a:t>01.</a:t>
            </a:r>
          </a:p>
        </p:txBody>
      </p:sp>
      <p:sp>
        <p:nvSpPr>
          <p:cNvPr id="37" name="텍스트 개체 틀 4">
            <a:extLst>
              <a:ext uri="{FF2B5EF4-FFF2-40B4-BE49-F238E27FC236}">
                <a16:creationId xmlns:a16="http://schemas.microsoft.com/office/drawing/2014/main" id="{7F9D5FEC-DBD4-9B47-A8A2-76906CE8BBD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01539" y="3206328"/>
            <a:ext cx="1517464" cy="1141851"/>
          </a:xfrm>
        </p:spPr>
        <p:txBody>
          <a:bodyPr>
            <a:spAutoFit/>
          </a:bodyPr>
          <a:lstStyle>
            <a:lvl1pPr>
              <a:buFont typeface="Wingdings" pitchFamily="2" charset="2"/>
              <a:buChar char="v"/>
              <a:defRPr sz="12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소제목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6229271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제목">
    <p:bg>
      <p:bgPr>
        <a:solidFill>
          <a:srgbClr val="54C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A2F3813-9611-B04C-98A8-B2680B4F5D3D}"/>
              </a:ext>
            </a:extLst>
          </p:cNvPr>
          <p:cNvSpPr/>
          <p:nvPr userDrawn="1"/>
        </p:nvSpPr>
        <p:spPr>
          <a:xfrm>
            <a:off x="0" y="0"/>
            <a:ext cx="12192000" cy="6580541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18" name="내용 개체 틀 17">
            <a:extLst>
              <a:ext uri="{FF2B5EF4-FFF2-40B4-BE49-F238E27FC236}">
                <a16:creationId xmlns:a16="http://schemas.microsoft.com/office/drawing/2014/main" id="{11EB12BD-423E-D942-AA60-48E193A3A96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26392" y="3460960"/>
            <a:ext cx="7042151" cy="535531"/>
          </a:xfrm>
        </p:spPr>
        <p:txBody>
          <a:bodyPr wrap="square" anchor="ctr" anchorCtr="0">
            <a:spAutoFit/>
          </a:bodyPr>
          <a:lstStyle>
            <a:lvl1pPr>
              <a:buNone/>
              <a:defRPr sz="3200" b="1"/>
            </a:lvl1pPr>
          </a:lstStyle>
          <a:p>
            <a:pPr lvl="0"/>
            <a:r>
              <a:rPr kumimoji="1" lang="ko-KR" altLang="en-US" dirty="0"/>
              <a:t>마스터 텍스트</a:t>
            </a:r>
            <a:endParaRPr kumimoji="1" lang="ko-Kore-KR" altLang="en-US" dirty="0"/>
          </a:p>
        </p:txBody>
      </p:sp>
      <p:sp>
        <p:nvSpPr>
          <p:cNvPr id="24" name="내용 개체 틀 23">
            <a:extLst>
              <a:ext uri="{FF2B5EF4-FFF2-40B4-BE49-F238E27FC236}">
                <a16:creationId xmlns:a16="http://schemas.microsoft.com/office/drawing/2014/main" id="{F23B5EBD-C357-6E46-AC78-8CC3CDDA810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135357" y="4052353"/>
            <a:ext cx="7042151" cy="286232"/>
          </a:xfrm>
        </p:spPr>
        <p:txBody>
          <a:bodyPr anchor="ctr" anchorCtr="0">
            <a:spAutoFit/>
          </a:bodyPr>
          <a:lstStyle>
            <a:lvl1pPr>
              <a:buNone/>
              <a:defRPr sz="1400"/>
            </a:lvl1pPr>
          </a:lstStyle>
          <a:p>
            <a:pPr lvl="0"/>
            <a:r>
              <a:rPr kumimoji="1" lang="ko-KR" altLang="en-US" dirty="0"/>
              <a:t>서브 타이틀이 들어가는 자리</a:t>
            </a:r>
            <a:endParaRPr kumimoji="1" lang="ko-Kore-KR" altLang="en-US" dirty="0"/>
          </a:p>
        </p:txBody>
      </p:sp>
      <p:sp>
        <p:nvSpPr>
          <p:cNvPr id="28" name="내용 개체 틀 27">
            <a:extLst>
              <a:ext uri="{FF2B5EF4-FFF2-40B4-BE49-F238E27FC236}">
                <a16:creationId xmlns:a16="http://schemas.microsoft.com/office/drawing/2014/main" id="{E0BAA295-AF35-8640-9328-4A9C9801DDD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5839" y="2192410"/>
            <a:ext cx="1250576" cy="2723823"/>
          </a:xfrm>
        </p:spPr>
        <p:txBody>
          <a:bodyPr wrap="square" anchor="ctr" anchorCtr="0">
            <a:spAutoFit/>
          </a:bodyPr>
          <a:lstStyle>
            <a:lvl1pPr>
              <a:buNone/>
              <a:defRPr sz="19000" b="1">
                <a:solidFill>
                  <a:srgbClr val="54CFD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E2B818-9085-8741-86C8-47EEDB5B7B65}"/>
              </a:ext>
            </a:extLst>
          </p:cNvPr>
          <p:cNvSpPr txBox="1"/>
          <p:nvPr userDrawn="1"/>
        </p:nvSpPr>
        <p:spPr>
          <a:xfrm>
            <a:off x="845794" y="6580541"/>
            <a:ext cx="26280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ore-KR" sz="1200" dirty="0"/>
              <a:t>copyright © </a:t>
            </a:r>
            <a:r>
              <a:rPr kumimoji="1" lang="en-US" altLang="ko-Kore-KR" sz="1200" dirty="0" err="1"/>
              <a:t>Devedu</a:t>
            </a:r>
            <a:r>
              <a:rPr kumimoji="1" lang="en-US" altLang="ko-Kore-KR" sz="1200" dirty="0"/>
              <a:t>. all rights reserved</a:t>
            </a:r>
            <a:endParaRPr kumimoji="1" lang="ko-Kore-KR" altLang="en-US" sz="1200" dirty="0"/>
          </a:p>
        </p:txBody>
      </p:sp>
      <p:sp>
        <p:nvSpPr>
          <p:cNvPr id="32" name="슬라이드 번호 개체 틀 5">
            <a:extLst>
              <a:ext uri="{FF2B5EF4-FFF2-40B4-BE49-F238E27FC236}">
                <a16:creationId xmlns:a16="http://schemas.microsoft.com/office/drawing/2014/main" id="{DCAFC4AF-F07B-A642-980A-FCEAB01B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85218"/>
            <a:ext cx="2743200" cy="276999"/>
          </a:xfrm>
        </p:spPr>
        <p:txBody>
          <a:bodyPr>
            <a:spAutoFit/>
          </a:bodyPr>
          <a:lstStyle/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770392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본문">
    <p:bg>
      <p:bgPr>
        <a:solidFill>
          <a:srgbClr val="54C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A2F3813-9611-B04C-98A8-B2680B4F5D3D}"/>
              </a:ext>
            </a:extLst>
          </p:cNvPr>
          <p:cNvSpPr/>
          <p:nvPr userDrawn="1"/>
        </p:nvSpPr>
        <p:spPr>
          <a:xfrm>
            <a:off x="0" y="0"/>
            <a:ext cx="12192000" cy="65805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E2B818-9085-8741-86C8-47EEDB5B7B65}"/>
              </a:ext>
            </a:extLst>
          </p:cNvPr>
          <p:cNvSpPr txBox="1"/>
          <p:nvPr userDrawn="1"/>
        </p:nvSpPr>
        <p:spPr>
          <a:xfrm>
            <a:off x="845794" y="6580541"/>
            <a:ext cx="26280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ore-KR" sz="1200" dirty="0"/>
              <a:t>copyright © </a:t>
            </a:r>
            <a:r>
              <a:rPr kumimoji="1" lang="en-US" altLang="ko-Kore-KR" sz="1200" dirty="0" err="1"/>
              <a:t>Devedu</a:t>
            </a:r>
            <a:r>
              <a:rPr kumimoji="1" lang="en-US" altLang="ko-Kore-KR" sz="1200" dirty="0"/>
              <a:t>. all rights reserved</a:t>
            </a:r>
            <a:endParaRPr kumimoji="1" lang="ko-Kore-KR" altLang="en-US" sz="1200" dirty="0"/>
          </a:p>
        </p:txBody>
      </p:sp>
      <p:sp>
        <p:nvSpPr>
          <p:cNvPr id="32" name="슬라이드 번호 개체 틀 5">
            <a:extLst>
              <a:ext uri="{FF2B5EF4-FFF2-40B4-BE49-F238E27FC236}">
                <a16:creationId xmlns:a16="http://schemas.microsoft.com/office/drawing/2014/main" id="{DCAFC4AF-F07B-A642-980A-FCEAB01B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85218"/>
            <a:ext cx="2743200" cy="276999"/>
          </a:xfrm>
        </p:spPr>
        <p:txBody>
          <a:bodyPr>
            <a:spAutoFit/>
          </a:bodyPr>
          <a:lstStyle/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sp>
        <p:nvSpPr>
          <p:cNvPr id="7" name="다이아몬드 6">
            <a:extLst>
              <a:ext uri="{FF2B5EF4-FFF2-40B4-BE49-F238E27FC236}">
                <a16:creationId xmlns:a16="http://schemas.microsoft.com/office/drawing/2014/main" id="{7C1A53BE-79A1-1443-B395-F66226A9E860}"/>
              </a:ext>
            </a:extLst>
          </p:cNvPr>
          <p:cNvSpPr/>
          <p:nvPr userDrawn="1"/>
        </p:nvSpPr>
        <p:spPr>
          <a:xfrm>
            <a:off x="521264" y="389103"/>
            <a:ext cx="564022" cy="564022"/>
          </a:xfrm>
          <a:prstGeom prst="diamond">
            <a:avLst/>
          </a:prstGeom>
          <a:solidFill>
            <a:srgbClr val="54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ln>
                <a:noFill/>
              </a:ln>
            </a:endParaRPr>
          </a:p>
        </p:txBody>
      </p:sp>
      <p:sp>
        <p:nvSpPr>
          <p:cNvPr id="21" name="내용 개체 틀 20">
            <a:extLst>
              <a:ext uri="{FF2B5EF4-FFF2-40B4-BE49-F238E27FC236}">
                <a16:creationId xmlns:a16="http://schemas.microsoft.com/office/drawing/2014/main" id="{5CF5FC27-752C-4740-B570-7C440F0BF4F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63783" y="451302"/>
            <a:ext cx="564021" cy="424732"/>
          </a:xfrm>
        </p:spPr>
        <p:txBody>
          <a:bodyPr wrap="square" anchor="ctr" anchorCtr="0">
            <a:spAutoFit/>
          </a:bodyPr>
          <a:lstStyle>
            <a:lvl1pPr>
              <a:buNone/>
              <a:defRPr sz="2400"/>
            </a:lvl1pPr>
          </a:lstStyle>
          <a:p>
            <a:pPr lvl="0"/>
            <a:r>
              <a:rPr kumimoji="1" lang="en-US" altLang="ko-Kore-KR" dirty="0"/>
              <a:t>0</a:t>
            </a:r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23" name="내용 개체 틀 22">
            <a:extLst>
              <a:ext uri="{FF2B5EF4-FFF2-40B4-BE49-F238E27FC236}">
                <a16:creationId xmlns:a16="http://schemas.microsoft.com/office/drawing/2014/main" id="{9CBA9637-4268-E34F-A033-852CEB4858C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70323" y="492852"/>
            <a:ext cx="7507512" cy="341632"/>
          </a:xfrm>
        </p:spPr>
        <p:txBody>
          <a:bodyPr wrap="square" anchor="ctr" anchorCtr="0">
            <a:spAutoFit/>
          </a:bodyPr>
          <a:lstStyle>
            <a:lvl1pPr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내용을</a:t>
            </a:r>
            <a:r>
              <a:rPr kumimoji="1" lang="ko-KR" altLang="en-US" dirty="0"/>
              <a:t> 입력해주세요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10623231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빈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A817A0-D2DA-6D49-A1AD-BB38A5F35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630354D-EFF4-C740-B05B-ABA164468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9CAB323-1000-AE42-8899-8B66CED31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40F8D6-EDB5-6642-890A-B46EEAB9F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371616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E99B43E-A874-4A44-9D5F-415AF7444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0DB9CB-970A-4D4C-A927-880A96612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E738FC-4C5D-4142-8C3F-84800D8651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42D97F-9D10-D045-890B-2F59FC1AF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657B2E-769E-374D-B908-27DE43920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47190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68" r:id="rId1"/>
    <p:sldLayoutId id="2147484260" r:id="rId2"/>
    <p:sldLayoutId id="2147484267" r:id="rId3"/>
    <p:sldLayoutId id="2147484269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EF9C26C8-649C-D542-BAA7-BFA1E0C99AFE}"/>
              </a:ext>
            </a:extLst>
          </p:cNvPr>
          <p:cNvSpPr/>
          <p:nvPr/>
        </p:nvSpPr>
        <p:spPr>
          <a:xfrm>
            <a:off x="0" y="5715000"/>
            <a:ext cx="12192000" cy="970534"/>
          </a:xfrm>
          <a:prstGeom prst="rect">
            <a:avLst/>
          </a:prstGeom>
          <a:solidFill>
            <a:srgbClr val="54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FE8520-2EC0-DB4D-910F-FBCAECEE6417}"/>
              </a:ext>
            </a:extLst>
          </p:cNvPr>
          <p:cNvSpPr txBox="1"/>
          <p:nvPr/>
        </p:nvSpPr>
        <p:spPr>
          <a:xfrm>
            <a:off x="7816906" y="5804308"/>
            <a:ext cx="3938960" cy="523149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algn="r"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sz="28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WEB </a:t>
            </a:r>
            <a:r>
              <a:rPr kumimoji="1" lang="ko-KR" altLang="en-US" sz="28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개발 기초 과정</a:t>
            </a:r>
            <a:endParaRPr kumimoji="1" lang="ko-Kore-KR" altLang="en-US" sz="2800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accent4">
                  <a:lumMod val="20000"/>
                  <a:lumOff val="8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1AAB4F-A5D2-6149-8851-416CBF5FD9F3}"/>
              </a:ext>
            </a:extLst>
          </p:cNvPr>
          <p:cNvSpPr txBox="1"/>
          <p:nvPr/>
        </p:nvSpPr>
        <p:spPr>
          <a:xfrm>
            <a:off x="7532015" y="6240726"/>
            <a:ext cx="4199575" cy="338484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algn="r"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sz="16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HTML  /  CSS  /  JavaScript  /  Python</a:t>
            </a:r>
            <a:endParaRPr kumimoji="1" lang="ko-Kore-KR" altLang="en-US" sz="1600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accent4">
                  <a:lumMod val="20000"/>
                  <a:lumOff val="8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652478-30A9-DD48-BF60-01AC02DCF526}"/>
              </a:ext>
            </a:extLst>
          </p:cNvPr>
          <p:cNvSpPr txBox="1"/>
          <p:nvPr/>
        </p:nvSpPr>
        <p:spPr>
          <a:xfrm>
            <a:off x="265234" y="5885229"/>
            <a:ext cx="7357463" cy="646260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sz="3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0</a:t>
            </a:r>
            <a:r>
              <a:rPr kumimoji="1" lang="en-US" altLang="ko-KR" sz="3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9</a:t>
            </a:r>
            <a:r>
              <a:rPr kumimoji="1" lang="en-US" altLang="ko-Kore-KR" sz="3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.</a:t>
            </a:r>
            <a:r>
              <a:rPr kumimoji="1" lang="ko-KR" altLang="en-US" sz="3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 </a:t>
            </a:r>
            <a:r>
              <a:rPr kumimoji="1" lang="en-US" altLang="ko-KR" sz="3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JS</a:t>
            </a:r>
            <a:r>
              <a:rPr kumimoji="1" lang="ko-KR" altLang="en-US" sz="3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 배열 다루기</a:t>
            </a:r>
            <a:endParaRPr kumimoji="1" lang="ko-Kore-KR" altLang="en-US" sz="3600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pic>
        <p:nvPicPr>
          <p:cNvPr id="1028" name="Picture 4" descr="scrollTo">
            <a:extLst>
              <a:ext uri="{FF2B5EF4-FFF2-40B4-BE49-F238E27FC236}">
                <a16:creationId xmlns:a16="http://schemas.microsoft.com/office/drawing/2014/main" id="{A37EB5EB-873B-8D43-ADB5-67B561305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939" y="530543"/>
            <a:ext cx="12206651" cy="4577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0273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AA7D45-296B-5F4A-B4C7-7EA45472CD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094024" y="3460960"/>
            <a:ext cx="7042151" cy="535531"/>
          </a:xfrm>
        </p:spPr>
        <p:txBody>
          <a:bodyPr/>
          <a:lstStyle/>
          <a:p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JS</a:t>
            </a:r>
            <a:r>
              <a:rPr lang="ko-KR" altLang="en-US" dirty="0">
                <a:latin typeface="Calibri" panose="020F0502020204030204" pitchFamily="34" charset="0"/>
                <a:cs typeface="Calibri" panose="020F0502020204030204" pitchFamily="34" charset="0"/>
              </a:rPr>
              <a:t> 배열 다루기</a:t>
            </a:r>
            <a:endParaRPr lang="ko-Kore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1E95281-7B3F-3943-A8CD-F4D72E7B5443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endParaRPr lang="ko-Kore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1BEDE63-39BD-CC40-B540-B0964416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097687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배열 다루기</a:t>
            </a:r>
            <a:endParaRPr lang="ko-Kore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9636E0-F83F-AC4F-A4DB-67A55A933E06}"/>
              </a:ext>
            </a:extLst>
          </p:cNvPr>
          <p:cNvSpPr txBox="1"/>
          <p:nvPr/>
        </p:nvSpPr>
        <p:spPr>
          <a:xfrm>
            <a:off x="685799" y="1135171"/>
            <a:ext cx="4578043" cy="1562216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배열에 값 추가하기</a:t>
            </a: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>
                <a:solidFill>
                  <a:schemeClr val="bg1"/>
                </a:solidFill>
                <a:latin typeface="+mn-ea"/>
              </a:rPr>
              <a:t>Push :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배열의 뒤에 값을 추가 합니다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>
                <a:solidFill>
                  <a:schemeClr val="bg1"/>
                </a:solidFill>
                <a:latin typeface="+mn-ea"/>
              </a:rPr>
              <a:t>Unshift :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배열의 앞에 값을 추가 합니다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</a:t>
            </a:r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8086FCE7-1F07-9D41-9C30-03A4E9FD5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373" y="2956524"/>
            <a:ext cx="6233882" cy="333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392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배열 다루기</a:t>
            </a:r>
            <a:endParaRPr lang="ko-Kore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9636E0-F83F-AC4F-A4DB-67A55A933E06}"/>
              </a:ext>
            </a:extLst>
          </p:cNvPr>
          <p:cNvSpPr txBox="1"/>
          <p:nvPr/>
        </p:nvSpPr>
        <p:spPr>
          <a:xfrm>
            <a:off x="685799" y="1135171"/>
            <a:ext cx="2757353" cy="400039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배열 </a:t>
            </a: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Index </a:t>
            </a: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값 변경</a:t>
            </a: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8577A545-9030-F543-8CDB-4F5CA9325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793" y="1956954"/>
            <a:ext cx="7512678" cy="3529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90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배열 다루기</a:t>
            </a:r>
            <a:endParaRPr lang="ko-Kore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9636E0-F83F-AC4F-A4DB-67A55A933E06}"/>
              </a:ext>
            </a:extLst>
          </p:cNvPr>
          <p:cNvSpPr txBox="1"/>
          <p:nvPr/>
        </p:nvSpPr>
        <p:spPr>
          <a:xfrm>
            <a:off x="685799" y="1135171"/>
            <a:ext cx="10206507" cy="1562216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배열 </a:t>
            </a: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Index </a:t>
            </a: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삭제</a:t>
            </a: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>
                <a:solidFill>
                  <a:schemeClr val="bg1"/>
                </a:solidFill>
                <a:latin typeface="+mn-ea"/>
              </a:rPr>
              <a:t>slice(</a:t>
            </a:r>
            <a:r>
              <a:rPr lang="en-US" altLang="ko-KR" dirty="0" err="1">
                <a:solidFill>
                  <a:schemeClr val="bg1"/>
                </a:solidFill>
                <a:latin typeface="+mn-ea"/>
              </a:rPr>
              <a:t>begin,end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)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메서드는 어떤 배열의 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begin</a:t>
            </a:r>
            <a:r>
              <a:rPr lang="ko-KR" altLang="en-US" dirty="0" err="1">
                <a:solidFill>
                  <a:schemeClr val="bg1"/>
                </a:solidFill>
                <a:latin typeface="+mn-ea"/>
              </a:rPr>
              <a:t>부터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end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까지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(end 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미포함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)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에 대한 얕은 복사본을 </a:t>
            </a:r>
            <a:endParaRPr lang="en-US" altLang="ko-KR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latin typeface="+mn-ea"/>
              </a:rPr>
              <a:t>새로운 배열 객체로 반환합니다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.</a:t>
            </a:r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D3F0AD4B-1B8E-D046-8EC8-E3D726C4B9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634" y="2998074"/>
            <a:ext cx="8804565" cy="3197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514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6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/>
              <a:t>배열 다루기</a:t>
            </a:r>
            <a:endParaRPr lang="ko-Kore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9636E0-F83F-AC4F-A4DB-67A55A933E06}"/>
              </a:ext>
            </a:extLst>
          </p:cNvPr>
          <p:cNvSpPr txBox="1"/>
          <p:nvPr/>
        </p:nvSpPr>
        <p:spPr>
          <a:xfrm>
            <a:off x="685799" y="1135171"/>
            <a:ext cx="2653157" cy="400039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marL="342900" indent="-342900" defTabSz="912813" fontAlgn="base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배열에 </a:t>
            </a: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JSON</a:t>
            </a: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 panose="020B0604020202020204" pitchFamily="34" charset="0"/>
              </a:rPr>
              <a:t> 넣기</a:t>
            </a: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cs typeface="Arial" panose="020B0604020202020204" pitchFamily="34" charset="0"/>
            </a:endParaRPr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7C45AE78-944E-7149-B381-4A960A7E7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227" y="1649550"/>
            <a:ext cx="8699989" cy="4534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83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91374" tIns="45685" rIns="91374" bIns="45685">
        <a:spAutoFit/>
      </a:bodyPr>
      <a:lstStyle>
        <a:defPPr algn="l" defTabSz="912813" fontAlgn="base">
          <a:spcBef>
            <a:spcPts val="600"/>
          </a:spcBef>
          <a:spcAft>
            <a:spcPct val="0"/>
          </a:spcAft>
          <a:defRPr kumimoji="1" sz="2000" b="1" dirty="0" err="1">
            <a:ln>
              <a:solidFill>
                <a:schemeClr val="bg1">
                  <a:lumMod val="85000"/>
                  <a:alpha val="0"/>
                </a:schemeClr>
              </a:solidFill>
            </a:ln>
            <a:solidFill>
              <a:srgbClr val="4B465E"/>
            </a:solidFill>
            <a:latin typeface="맑은 고딕" pitchFamily="50" charset="-127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1994</TotalTime>
  <Words>355</Words>
  <Application>Microsoft Macintosh PowerPoint</Application>
  <PresentationFormat>와이드스크린</PresentationFormat>
  <Paragraphs>71</Paragraphs>
  <Slides>6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批量名称</dc:creator>
  <cp:lastModifiedBy>批量名称</cp:lastModifiedBy>
  <cp:revision>472</cp:revision>
  <dcterms:created xsi:type="dcterms:W3CDTF">2020-12-17T04:08:04Z</dcterms:created>
  <dcterms:modified xsi:type="dcterms:W3CDTF">2021-07-19T07:51:16Z</dcterms:modified>
</cp:coreProperties>
</file>